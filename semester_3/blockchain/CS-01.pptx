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entation.xml" ContentType="application/vnd.openxmlformats-officedocument.presentationml.presentation.main+xml"/>
  <Override PartName="/ppt/slideLayouts/slideLayout1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slideLayouts/slideLayout16.xml" ContentType="application/vnd.openxmlformats-officedocument.presentationml.slideLayout+xml"/>
  <Override PartName="/ppt/slideLayouts/slideLayout14.xml" ContentType="application/vnd.openxmlformats-officedocument.presentationml.slideLayout+xml"/>
  <Override PartName="/ppt/slideLayouts/slideLayout13.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Masters/slideMaster2.xml" ContentType="application/vnd.openxmlformats-officedocument.presentationml.slideMaster+xml"/>
  <Override PartName="/ppt/slideMasters/slideMaster1.xml" ContentType="application/vnd.openxmlformats-officedocument.presentationml.slideMaster+xml"/>
  <Override PartName="/ppt/notesSlides/notesSlide8.xml" ContentType="application/vnd.openxmlformats-officedocument.presentationml.notesSlide+xml"/>
  <Override PartName="/ppt/notesMasters/notesMaster1.xml" ContentType="application/vnd.openxmlformats-officedocument.presentationml.notesMaster+xml"/>
  <Override PartName="/ppt/theme/theme3.xml" ContentType="application/vnd.openxmlformats-officedocument.theme+xml"/>
  <Override PartName="/ppt/theme/theme2.xml" ContentType="application/vnd.openxmlformats-officedocument.theme+xml"/>
  <Override PartName="/ppt/theme/theme1.xml" ContentType="application/vnd.openxmlformats-officedocument.theme+xml"/>
  <Override PartName="/ppt/viewProps.xml" ContentType="application/vnd.openxmlformats-officedocument.presentationml.viewProps+xml"/>
  <Override PartName="/ppt/tableStyles.xml" ContentType="application/vnd.openxmlformats-officedocument.presentationml.tableStyles+xml"/>
  <Override PartName="/ppt/presProps.xml" ContentType="application/vnd.openxmlformats-officedocument.presentationml.presProps+xml"/>
  <Override PartName="/docProps/core.xml" ContentType="application/vnd.openxmlformats-package.core-properties+xml"/>
  <Override PartName="/docProps/app.xml" ContentType="application/vnd.openxmlformats-officedocument.extended-properties+xml"/>
  <Override PartName="/ppt/metadata" ContentType="application/binary"/>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58" r:id="rId2"/>
  </p:sldMasterIdLst>
  <p:notesMasterIdLst>
    <p:notesMasterId r:id="rId35"/>
  </p:notesMasterIdLst>
  <p:sldIdLst>
    <p:sldId id="256" r:id="rId3"/>
    <p:sldId id="257" r:id="rId4"/>
    <p:sldId id="260" r:id="rId5"/>
    <p:sldId id="261" r:id="rId6"/>
    <p:sldId id="347" r:id="rId7"/>
    <p:sldId id="348" r:id="rId8"/>
    <p:sldId id="349" r:id="rId9"/>
    <p:sldId id="350" r:id="rId10"/>
    <p:sldId id="316" r:id="rId11"/>
    <p:sldId id="317" r:id="rId12"/>
    <p:sldId id="318" r:id="rId13"/>
    <p:sldId id="319" r:id="rId14"/>
    <p:sldId id="320" r:id="rId15"/>
    <p:sldId id="321" r:id="rId16"/>
    <p:sldId id="324" r:id="rId17"/>
    <p:sldId id="325" r:id="rId18"/>
    <p:sldId id="326" r:id="rId19"/>
    <p:sldId id="327" r:id="rId20"/>
    <p:sldId id="328" r:id="rId21"/>
    <p:sldId id="329" r:id="rId22"/>
    <p:sldId id="330" r:id="rId23"/>
    <p:sldId id="331" r:id="rId24"/>
    <p:sldId id="332" r:id="rId25"/>
    <p:sldId id="334" r:id="rId26"/>
    <p:sldId id="333" r:id="rId27"/>
    <p:sldId id="336" r:id="rId28"/>
    <p:sldId id="344" r:id="rId29"/>
    <p:sldId id="342" r:id="rId30"/>
    <p:sldId id="343" r:id="rId31"/>
    <p:sldId id="345" r:id="rId32"/>
    <p:sldId id="346" r:id="rId33"/>
    <p:sldId id="315" r:id="rId34"/>
  </p:sldIdLst>
  <p:sldSz cx="9144000" cy="6858000" type="screen4x3"/>
  <p:notesSz cx="6858000" cy="9144000"/>
  <p:embeddedFontLst>
    <p:embeddedFont>
      <p:font typeface="Arial Narrow" panose="020B0604020202020204" pitchFamily="34" charset="0"/>
      <p:regular r:id="rId36"/>
      <p:bold r:id="rId37"/>
      <p:italic r:id="rId38"/>
      <p:boldItalic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70" roundtripDataSignature="AMtx7miuSeqmg832KJR4TrulSr/XVuIC2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77"/>
  </p:normalViewPr>
  <p:slideViewPr>
    <p:cSldViewPr snapToGrid="0">
      <p:cViewPr varScale="1">
        <p:scale>
          <a:sx n="101" d="100"/>
          <a:sy n="101" d="100"/>
        </p:scale>
        <p:origin x="1864"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font" Target="fonts/font4.fntdata"/><Relationship Id="rId21" Type="http://schemas.openxmlformats.org/officeDocument/2006/relationships/slide" Target="slides/slide19.xml"/><Relationship Id="rId34" Type="http://schemas.openxmlformats.org/officeDocument/2006/relationships/slide" Target="slides/slide32.xml"/><Relationship Id="rId76" Type="http://schemas.openxmlformats.org/officeDocument/2006/relationships/customXml" Target="../customXml/item2.xml"/><Relationship Id="rId7" Type="http://schemas.openxmlformats.org/officeDocument/2006/relationships/slide" Target="slides/slide5.xml"/><Relationship Id="rId71"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font" Target="fonts/font2.fntdata"/><Relationship Id="rId74"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font" Target="fonts/font1.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73"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notesMaster" Target="notesMasters/notesMaster1.xml"/><Relationship Id="rId77" Type="http://schemas.openxmlformats.org/officeDocument/2006/relationships/customXml" Target="../customXml/item3.xml"/><Relationship Id="rId8" Type="http://schemas.openxmlformats.org/officeDocument/2006/relationships/slide" Target="slides/slide6.xml"/><Relationship Id="rId72" Type="http://schemas.openxmlformats.org/officeDocument/2006/relationships/viewProps" Target="view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font" Target="fonts/font3.fntdata"/><Relationship Id="rId20" Type="http://schemas.openxmlformats.org/officeDocument/2006/relationships/slide" Target="slides/slide18.xml"/><Relationship Id="rId70" Type="http://customschemas.google.com/relationships/presentationmetadata" Target="metadata"/><Relationship Id="rId75" Type="http://schemas.openxmlformats.org/officeDocument/2006/relationships/customXml" Target="../customXml/item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 name="Google Shape;4;n"/>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p1: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0" name="Google Shape;280;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p2: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6" name="Google Shape;286;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p5: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4" name="Google Shape;304;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6: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3" name="Google Shape;313;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6: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3" name="Google Shape;313;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591912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6: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3" name="Google Shape;313;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146086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6: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3" name="Google Shape;313;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491459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6: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3" name="Google Shape;313;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124207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6: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3" name="Google Shape;313;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770495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6: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3" name="Google Shape;313;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502166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6: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3" name="Google Shape;313;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953322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6: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3" name="Google Shape;313;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270185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2"/>
        <p:cNvGrpSpPr/>
        <p:nvPr/>
      </p:nvGrpSpPr>
      <p:grpSpPr>
        <a:xfrm>
          <a:off x="0" y="0"/>
          <a:ext cx="0" cy="0"/>
          <a:chOff x="0" y="0"/>
          <a:chExt cx="0" cy="0"/>
        </a:xfrm>
      </p:grpSpPr>
      <p:sp>
        <p:nvSpPr>
          <p:cNvPr id="693" name="Google Shape;693;p6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1200"/>
              <a:buFont typeface="Arial"/>
              <a:buNone/>
            </a:pPr>
            <a:endParaRPr/>
          </a:p>
        </p:txBody>
      </p:sp>
      <p:sp>
        <p:nvSpPr>
          <p:cNvPr id="694" name="Google Shape;694;p6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5.png"/><Relationship Id="rId1" Type="http://schemas.openxmlformats.org/officeDocument/2006/relationships/slideMaster" Target="../slideMasters/slideMaster2.xml"/><Relationship Id="rId4" Type="http://schemas.openxmlformats.org/officeDocument/2006/relationships/image" Target="../media/image6.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ustom Layout" type="tx">
  <p:cSld name="TITLE_AND_BODY">
    <p:bg>
      <p:bgPr>
        <a:blipFill>
          <a:blip r:embed="rId2">
            <a:alphaModFix/>
          </a:blip>
          <a:stretch>
            <a:fillRect/>
          </a:stretch>
        </a:blipFill>
        <a:effectLst/>
      </p:bgPr>
    </p:bg>
    <p:spTree>
      <p:nvGrpSpPr>
        <p:cNvPr id="1" name="Shape 9"/>
        <p:cNvGrpSpPr/>
        <p:nvPr/>
      </p:nvGrpSpPr>
      <p:grpSpPr>
        <a:xfrm>
          <a:off x="0" y="0"/>
          <a:ext cx="0" cy="0"/>
          <a:chOff x="0" y="0"/>
          <a:chExt cx="0" cy="0"/>
        </a:xfrm>
      </p:grpSpPr>
      <p:sp>
        <p:nvSpPr>
          <p:cNvPr id="10" name="Google Shape;10;p62"/>
          <p:cNvSpPr/>
          <p:nvPr/>
        </p:nvSpPr>
        <p:spPr>
          <a:xfrm>
            <a:off x="0" y="3352800"/>
            <a:ext cx="8686800" cy="2743200"/>
          </a:xfrm>
          <a:prstGeom prst="rect">
            <a:avLst/>
          </a:prstGeom>
          <a:solidFill>
            <a:srgbClr val="101141"/>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1" name="Google Shape;11;p62"/>
          <p:cNvSpPr/>
          <p:nvPr/>
        </p:nvSpPr>
        <p:spPr>
          <a:xfrm>
            <a:off x="2895600" y="6096000"/>
            <a:ext cx="2895600" cy="76200"/>
          </a:xfrm>
          <a:prstGeom prst="rect">
            <a:avLst/>
          </a:prstGeom>
          <a:solidFill>
            <a:srgbClr val="76C2E5"/>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2" name="Google Shape;12;p62"/>
          <p:cNvSpPr/>
          <p:nvPr/>
        </p:nvSpPr>
        <p:spPr>
          <a:xfrm>
            <a:off x="0" y="6096000"/>
            <a:ext cx="2895600" cy="76200"/>
          </a:xfrm>
          <a:prstGeom prst="rect">
            <a:avLst/>
          </a:prstGeom>
          <a:solidFill>
            <a:srgbClr val="FCB017"/>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3" name="Google Shape;13;p62"/>
          <p:cNvSpPr/>
          <p:nvPr/>
        </p:nvSpPr>
        <p:spPr>
          <a:xfrm>
            <a:off x="5791200" y="6096000"/>
            <a:ext cx="2895600" cy="76200"/>
          </a:xfrm>
          <a:prstGeom prst="rect">
            <a:avLst/>
          </a:prstGeom>
          <a:solidFill>
            <a:srgbClr val="FF0000"/>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pic>
        <p:nvPicPr>
          <p:cNvPr id="14" name="Google Shape;14;p62" descr="Picture 10"/>
          <p:cNvPicPr preferRelativeResize="0"/>
          <p:nvPr/>
        </p:nvPicPr>
        <p:blipFill rotWithShape="1">
          <a:blip r:embed="rId3">
            <a:alphaModFix/>
          </a:blip>
          <a:srcRect t="2" b="28592"/>
          <a:stretch/>
        </p:blipFill>
        <p:spPr>
          <a:xfrm>
            <a:off x="76200" y="3352800"/>
            <a:ext cx="2057400" cy="1979614"/>
          </a:xfrm>
          <a:prstGeom prst="rect">
            <a:avLst/>
          </a:prstGeom>
          <a:noFill/>
          <a:ln>
            <a:noFill/>
          </a:ln>
        </p:spPr>
      </p:pic>
      <p:sp>
        <p:nvSpPr>
          <p:cNvPr id="15" name="Google Shape;15;p62"/>
          <p:cNvSpPr txBox="1"/>
          <p:nvPr/>
        </p:nvSpPr>
        <p:spPr>
          <a:xfrm>
            <a:off x="-30481" y="5257800"/>
            <a:ext cx="2118362" cy="498492"/>
          </a:xfrm>
          <a:prstGeom prst="rect">
            <a:avLst/>
          </a:prstGeom>
          <a:noFill/>
          <a:ln>
            <a:noFill/>
          </a:ln>
        </p:spPr>
        <p:txBody>
          <a:bodyPr spcFirstLastPara="1" wrap="square" lIns="45700" tIns="45700" rIns="45700" bIns="45700" anchor="t" anchorCtr="0">
            <a:spAutoFit/>
          </a:bodyPr>
          <a:lstStyle/>
          <a:p>
            <a:pPr marL="0" marR="0" lvl="0" indent="0" algn="ctr" rtl="0">
              <a:lnSpc>
                <a:spcPct val="100000"/>
              </a:lnSpc>
              <a:spcBef>
                <a:spcPts val="0"/>
              </a:spcBef>
              <a:spcAft>
                <a:spcPts val="0"/>
              </a:spcAft>
              <a:buClr>
                <a:srgbClr val="FFFFFF"/>
              </a:buClr>
              <a:buSzPts val="2900"/>
              <a:buFont typeface="Arial"/>
              <a:buNone/>
            </a:pPr>
            <a:r>
              <a:rPr lang="en-US" sz="2900" b="1" i="0" u="none" strike="noStrike" cap="none">
                <a:solidFill>
                  <a:srgbClr val="FFFFFF"/>
                </a:solidFill>
                <a:latin typeface="Arial"/>
                <a:ea typeface="Arial"/>
                <a:cs typeface="Arial"/>
                <a:sym typeface="Arial"/>
              </a:rPr>
              <a:t>BITS</a:t>
            </a:r>
            <a:r>
              <a:rPr lang="en-US" sz="2900" b="0" i="0" u="none" strike="noStrike" cap="none">
                <a:solidFill>
                  <a:srgbClr val="FFFFFF"/>
                </a:solidFill>
                <a:latin typeface="Arial"/>
                <a:ea typeface="Arial"/>
                <a:cs typeface="Arial"/>
                <a:sym typeface="Arial"/>
              </a:rPr>
              <a:t> Pilani</a:t>
            </a:r>
            <a:endParaRPr sz="1800" b="0" i="0" u="none" strike="noStrike" cap="none">
              <a:solidFill>
                <a:srgbClr val="000000"/>
              </a:solidFill>
              <a:latin typeface="Calibri"/>
              <a:ea typeface="Calibri"/>
              <a:cs typeface="Calibri"/>
              <a:sym typeface="Calibri"/>
            </a:endParaRPr>
          </a:p>
        </p:txBody>
      </p:sp>
      <p:sp>
        <p:nvSpPr>
          <p:cNvPr id="16" name="Google Shape;16;p62"/>
          <p:cNvSpPr txBox="1">
            <a:spLocks noGrp="1"/>
          </p:cNvSpPr>
          <p:nvPr>
            <p:ph type="body" idx="1"/>
          </p:nvPr>
        </p:nvSpPr>
        <p:spPr>
          <a:xfrm>
            <a:off x="2514600" y="5410200"/>
            <a:ext cx="6019800" cy="533400"/>
          </a:xfrm>
          <a:prstGeom prst="rect">
            <a:avLst/>
          </a:prstGeom>
          <a:noFill/>
          <a:ln>
            <a:noFill/>
          </a:ln>
        </p:spPr>
        <p:txBody>
          <a:bodyPr spcFirstLastPara="1" wrap="square" lIns="45700" tIns="45700" rIns="45700" bIns="45700" anchor="b" anchorCtr="0">
            <a:normAutofit/>
          </a:bodyPr>
          <a:lstStyle>
            <a:lvl1pPr marL="457200" lvl="0" indent="-228600" algn="r">
              <a:lnSpc>
                <a:spcPct val="100000"/>
              </a:lnSpc>
              <a:spcBef>
                <a:spcPts val="0"/>
              </a:spcBef>
              <a:spcAft>
                <a:spcPts val="0"/>
              </a:spcAft>
              <a:buClr>
                <a:srgbClr val="FFFFFF"/>
              </a:buClr>
              <a:buSzPts val="1800"/>
              <a:buFont typeface="Arial"/>
              <a:buNone/>
              <a:defRPr sz="1800">
                <a:solidFill>
                  <a:srgbClr val="FFFFFF"/>
                </a:solidFill>
              </a:defRPr>
            </a:lvl1pPr>
            <a:lvl2pPr marL="914400" lvl="1" indent="-342900" algn="r">
              <a:lnSpc>
                <a:spcPct val="100000"/>
              </a:lnSpc>
              <a:spcBef>
                <a:spcPts val="0"/>
              </a:spcBef>
              <a:spcAft>
                <a:spcPts val="0"/>
              </a:spcAft>
              <a:buClr>
                <a:srgbClr val="FFFFFF"/>
              </a:buClr>
              <a:buSzPts val="1800"/>
              <a:buFont typeface="Arial"/>
              <a:buChar char="–"/>
              <a:defRPr sz="1800">
                <a:solidFill>
                  <a:srgbClr val="FFFFFF"/>
                </a:solidFill>
              </a:defRPr>
            </a:lvl2pPr>
            <a:lvl3pPr marL="1371600" lvl="2" indent="-342900" algn="r">
              <a:lnSpc>
                <a:spcPct val="100000"/>
              </a:lnSpc>
              <a:spcBef>
                <a:spcPts val="0"/>
              </a:spcBef>
              <a:spcAft>
                <a:spcPts val="0"/>
              </a:spcAft>
              <a:buClr>
                <a:srgbClr val="FFFFFF"/>
              </a:buClr>
              <a:buSzPts val="1800"/>
              <a:buFont typeface="Arial"/>
              <a:buChar char="•"/>
              <a:defRPr sz="1800">
                <a:solidFill>
                  <a:srgbClr val="FFFFFF"/>
                </a:solidFill>
              </a:defRPr>
            </a:lvl3pPr>
            <a:lvl4pPr marL="1828800" lvl="3" indent="-342900" algn="r">
              <a:lnSpc>
                <a:spcPct val="100000"/>
              </a:lnSpc>
              <a:spcBef>
                <a:spcPts val="0"/>
              </a:spcBef>
              <a:spcAft>
                <a:spcPts val="0"/>
              </a:spcAft>
              <a:buClr>
                <a:srgbClr val="FFFFFF"/>
              </a:buClr>
              <a:buSzPts val="1800"/>
              <a:buFont typeface="Arial"/>
              <a:buChar char="–"/>
              <a:defRPr sz="1800">
                <a:solidFill>
                  <a:srgbClr val="FFFFFF"/>
                </a:solidFill>
              </a:defRPr>
            </a:lvl4pPr>
            <a:lvl5pPr marL="2286000" lvl="4" indent="-342900" algn="r">
              <a:lnSpc>
                <a:spcPct val="100000"/>
              </a:lnSpc>
              <a:spcBef>
                <a:spcPts val="0"/>
              </a:spcBef>
              <a:spcAft>
                <a:spcPts val="0"/>
              </a:spcAft>
              <a:buClr>
                <a:srgbClr val="FFFFFF"/>
              </a:buClr>
              <a:buSzPts val="1800"/>
              <a:buFont typeface="Arial"/>
              <a:buChar char="»"/>
              <a:defRPr sz="1800">
                <a:solidFill>
                  <a:srgbClr val="FFFFFF"/>
                </a:solidFill>
              </a:defRPr>
            </a:lvl5pPr>
            <a:lvl6pPr marL="2743200" lvl="5" indent="-342900" algn="l">
              <a:lnSpc>
                <a:spcPct val="100000"/>
              </a:lnSpc>
              <a:spcBef>
                <a:spcPts val="700"/>
              </a:spcBef>
              <a:spcAft>
                <a:spcPts val="0"/>
              </a:spcAft>
              <a:buClr>
                <a:srgbClr val="000000"/>
              </a:buClr>
              <a:buSzPts val="1800"/>
              <a:buChar char="•"/>
              <a:defRPr/>
            </a:lvl6pPr>
            <a:lvl7pPr marL="3200400" lvl="6" indent="-342900" algn="l">
              <a:lnSpc>
                <a:spcPct val="100000"/>
              </a:lnSpc>
              <a:spcBef>
                <a:spcPts val="700"/>
              </a:spcBef>
              <a:spcAft>
                <a:spcPts val="0"/>
              </a:spcAft>
              <a:buClr>
                <a:srgbClr val="000000"/>
              </a:buClr>
              <a:buSzPts val="1800"/>
              <a:buChar char="•"/>
              <a:defRPr/>
            </a:lvl7pPr>
            <a:lvl8pPr marL="3657600" lvl="7" indent="-342900" algn="l">
              <a:lnSpc>
                <a:spcPct val="100000"/>
              </a:lnSpc>
              <a:spcBef>
                <a:spcPts val="700"/>
              </a:spcBef>
              <a:spcAft>
                <a:spcPts val="0"/>
              </a:spcAft>
              <a:buClr>
                <a:srgbClr val="000000"/>
              </a:buClr>
              <a:buSzPts val="1800"/>
              <a:buChar char="•"/>
              <a:defRPr/>
            </a:lvl8pPr>
            <a:lvl9pPr marL="4114800" lvl="8" indent="-342900" algn="l">
              <a:lnSpc>
                <a:spcPct val="100000"/>
              </a:lnSpc>
              <a:spcBef>
                <a:spcPts val="700"/>
              </a:spcBef>
              <a:spcAft>
                <a:spcPts val="0"/>
              </a:spcAft>
              <a:buClr>
                <a:srgbClr val="000000"/>
              </a:buClr>
              <a:buSzPts val="1800"/>
              <a:buChar char="•"/>
              <a:defRPr/>
            </a:lvl9pPr>
          </a:lstStyle>
          <a:p>
            <a:endParaRPr/>
          </a:p>
        </p:txBody>
      </p:sp>
      <p:sp>
        <p:nvSpPr>
          <p:cNvPr id="17" name="Google Shape;17;p62"/>
          <p:cNvSpPr txBox="1">
            <a:spLocks noGrp="1"/>
          </p:cNvSpPr>
          <p:nvPr>
            <p:ph type="title"/>
          </p:nvPr>
        </p:nvSpPr>
        <p:spPr>
          <a:xfrm>
            <a:off x="2514600" y="3810000"/>
            <a:ext cx="6019800" cy="1524000"/>
          </a:xfrm>
          <a:prstGeom prst="rect">
            <a:avLst/>
          </a:prstGeom>
          <a:noFill/>
          <a:ln>
            <a:noFill/>
          </a:ln>
        </p:spPr>
        <p:txBody>
          <a:bodyPr spcFirstLastPara="1" wrap="square" lIns="91425" tIns="45700" rIns="91425" bIns="45700" anchor="ctr" anchorCtr="0">
            <a:normAutofit/>
          </a:bodyPr>
          <a:lstStyle>
            <a:lvl1pPr lvl="0" algn="l">
              <a:lnSpc>
                <a:spcPct val="222222"/>
              </a:lnSpc>
              <a:spcBef>
                <a:spcPts val="0"/>
              </a:spcBef>
              <a:spcAft>
                <a:spcPts val="0"/>
              </a:spcAft>
              <a:buClr>
                <a:srgbClr val="FFFFFF"/>
              </a:buClr>
              <a:buSzPts val="1800"/>
              <a:buNone/>
              <a:defRPr/>
            </a:lvl1pPr>
            <a:lvl2pPr lvl="1" algn="l">
              <a:lnSpc>
                <a:spcPct val="222222"/>
              </a:lnSpc>
              <a:spcBef>
                <a:spcPts val="0"/>
              </a:spcBef>
              <a:spcAft>
                <a:spcPts val="0"/>
              </a:spcAft>
              <a:buClr>
                <a:srgbClr val="FFFFFF"/>
              </a:buClr>
              <a:buSzPts val="1800"/>
              <a:buNone/>
              <a:defRPr/>
            </a:lvl2pPr>
            <a:lvl3pPr lvl="2" algn="l">
              <a:lnSpc>
                <a:spcPct val="222222"/>
              </a:lnSpc>
              <a:spcBef>
                <a:spcPts val="0"/>
              </a:spcBef>
              <a:spcAft>
                <a:spcPts val="0"/>
              </a:spcAft>
              <a:buClr>
                <a:srgbClr val="FFFFFF"/>
              </a:buClr>
              <a:buSzPts val="1800"/>
              <a:buNone/>
              <a:defRPr/>
            </a:lvl3pPr>
            <a:lvl4pPr lvl="3" algn="l">
              <a:lnSpc>
                <a:spcPct val="222222"/>
              </a:lnSpc>
              <a:spcBef>
                <a:spcPts val="0"/>
              </a:spcBef>
              <a:spcAft>
                <a:spcPts val="0"/>
              </a:spcAft>
              <a:buClr>
                <a:srgbClr val="FFFFFF"/>
              </a:buClr>
              <a:buSzPts val="1800"/>
              <a:buNone/>
              <a:defRPr/>
            </a:lvl4pPr>
            <a:lvl5pPr lvl="4" algn="l">
              <a:lnSpc>
                <a:spcPct val="222222"/>
              </a:lnSpc>
              <a:spcBef>
                <a:spcPts val="0"/>
              </a:spcBef>
              <a:spcAft>
                <a:spcPts val="0"/>
              </a:spcAft>
              <a:buClr>
                <a:srgbClr val="FFFFFF"/>
              </a:buClr>
              <a:buSzPts val="1800"/>
              <a:buNone/>
              <a:defRPr/>
            </a:lvl5pPr>
            <a:lvl6pPr lvl="5" algn="l">
              <a:lnSpc>
                <a:spcPct val="222222"/>
              </a:lnSpc>
              <a:spcBef>
                <a:spcPts val="0"/>
              </a:spcBef>
              <a:spcAft>
                <a:spcPts val="0"/>
              </a:spcAft>
              <a:buClr>
                <a:srgbClr val="FFFFFF"/>
              </a:buClr>
              <a:buSzPts val="1800"/>
              <a:buNone/>
              <a:defRPr/>
            </a:lvl6pPr>
            <a:lvl7pPr lvl="6" algn="l">
              <a:lnSpc>
                <a:spcPct val="222222"/>
              </a:lnSpc>
              <a:spcBef>
                <a:spcPts val="0"/>
              </a:spcBef>
              <a:spcAft>
                <a:spcPts val="0"/>
              </a:spcAft>
              <a:buClr>
                <a:srgbClr val="FFFFFF"/>
              </a:buClr>
              <a:buSzPts val="1800"/>
              <a:buNone/>
              <a:defRPr/>
            </a:lvl7pPr>
            <a:lvl8pPr lvl="7" algn="l">
              <a:lnSpc>
                <a:spcPct val="222222"/>
              </a:lnSpc>
              <a:spcBef>
                <a:spcPts val="0"/>
              </a:spcBef>
              <a:spcAft>
                <a:spcPts val="0"/>
              </a:spcAft>
              <a:buClr>
                <a:srgbClr val="FFFFFF"/>
              </a:buClr>
              <a:buSzPts val="1800"/>
              <a:buNone/>
              <a:defRPr/>
            </a:lvl8pPr>
            <a:lvl9pPr lvl="8" algn="l">
              <a:lnSpc>
                <a:spcPct val="222222"/>
              </a:lnSpc>
              <a:spcBef>
                <a:spcPts val="0"/>
              </a:spcBef>
              <a:spcAft>
                <a:spcPts val="0"/>
              </a:spcAft>
              <a:buClr>
                <a:srgbClr val="FFFFFF"/>
              </a:buClr>
              <a:buSzPts val="1800"/>
              <a:buNone/>
              <a:defRPr/>
            </a:lvl9pPr>
          </a:lstStyle>
          <a:p>
            <a:endParaRPr/>
          </a:p>
        </p:txBody>
      </p:sp>
      <p:sp>
        <p:nvSpPr>
          <p:cNvPr id="18" name="Google Shape;18;p62"/>
          <p:cNvSpPr txBox="1">
            <a:spLocks noGrp="1"/>
          </p:cNvSpPr>
          <p:nvPr>
            <p:ph type="sldNum" idx="12"/>
          </p:nvPr>
        </p:nvSpPr>
        <p:spPr>
          <a:xfrm>
            <a:off x="4419600" y="6172200"/>
            <a:ext cx="2133600" cy="368301"/>
          </a:xfrm>
          <a:prstGeom prst="rect">
            <a:avLst/>
          </a:prstGeom>
          <a:noFill/>
          <a:ln>
            <a:noFill/>
          </a:ln>
        </p:spPr>
        <p:txBody>
          <a:bodyPr spcFirstLastPara="1" wrap="square" lIns="45700" tIns="45700" rIns="45700" bIns="45700" anchor="ctr" anchorCtr="0">
            <a:spAutoFit/>
          </a:bodyPr>
          <a:lstStyle>
            <a:lvl1pPr marL="0" lvl="0"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1pPr>
            <a:lvl2pPr marL="0" lvl="1"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2pPr>
            <a:lvl3pPr marL="0" lvl="2"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3pPr>
            <a:lvl4pPr marL="0" lvl="3"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4pPr>
            <a:lvl5pPr marL="0" lvl="4"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5pPr>
            <a:lvl6pPr marL="0" lvl="5"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6pPr>
            <a:lvl7pPr marL="0" lvl="6"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7pPr>
            <a:lvl8pPr marL="0" lvl="7"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8pPr>
            <a:lvl9pPr marL="0" lvl="8"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p:cSld name="Section Header">
    <p:bg>
      <p:bgPr>
        <a:solidFill>
          <a:srgbClr val="FFFFFF"/>
        </a:solidFill>
        <a:effectLst/>
      </p:bgPr>
    </p:bg>
    <p:spTree>
      <p:nvGrpSpPr>
        <p:cNvPr id="1" name="Shape 19"/>
        <p:cNvGrpSpPr/>
        <p:nvPr/>
      </p:nvGrpSpPr>
      <p:grpSpPr>
        <a:xfrm>
          <a:off x="0" y="0"/>
          <a:ext cx="0" cy="0"/>
          <a:chOff x="0" y="0"/>
          <a:chExt cx="0" cy="0"/>
        </a:xfrm>
      </p:grpSpPr>
      <p:pic>
        <p:nvPicPr>
          <p:cNvPr id="20" name="Google Shape;20;p63" descr="Picture 6"/>
          <p:cNvPicPr preferRelativeResize="0"/>
          <p:nvPr/>
        </p:nvPicPr>
        <p:blipFill rotWithShape="1">
          <a:blip r:embed="rId2">
            <a:alphaModFix/>
          </a:blip>
          <a:srcRect/>
          <a:stretch/>
        </p:blipFill>
        <p:spPr>
          <a:xfrm>
            <a:off x="0" y="0"/>
            <a:ext cx="9144000" cy="6858000"/>
          </a:xfrm>
          <a:prstGeom prst="rect">
            <a:avLst/>
          </a:prstGeom>
          <a:noFill/>
          <a:ln>
            <a:noFill/>
          </a:ln>
        </p:spPr>
      </p:pic>
      <p:sp>
        <p:nvSpPr>
          <p:cNvPr id="21" name="Google Shape;21;p63"/>
          <p:cNvSpPr/>
          <p:nvPr/>
        </p:nvSpPr>
        <p:spPr>
          <a:xfrm>
            <a:off x="0" y="4281488"/>
            <a:ext cx="9144000" cy="2576512"/>
          </a:xfrm>
          <a:prstGeom prst="rect">
            <a:avLst/>
          </a:prstGeom>
          <a:solidFill>
            <a:srgbClr val="FFFFFF"/>
          </a:solidFill>
          <a:ln w="9525" cap="flat" cmpd="sng">
            <a:solidFill>
              <a:srgbClr val="4A7EBB"/>
            </a:solidFill>
            <a:prstDash val="solid"/>
            <a:round/>
            <a:headEnd type="none" w="sm" len="sm"/>
            <a:tailEnd type="none" w="sm" len="sm"/>
          </a:ln>
          <a:effectLst>
            <a:outerShdw blurRad="38100" dist="23000" dir="5400000" rotWithShape="0">
              <a:srgbClr val="000000">
                <a:alpha val="34901"/>
              </a:srgbClr>
            </a:outerShdw>
          </a:effectLst>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pic>
        <p:nvPicPr>
          <p:cNvPr id="22" name="Google Shape;22;p63" descr="Picture 8"/>
          <p:cNvPicPr preferRelativeResize="0"/>
          <p:nvPr/>
        </p:nvPicPr>
        <p:blipFill rotWithShape="1">
          <a:blip r:embed="rId3">
            <a:alphaModFix/>
          </a:blip>
          <a:srcRect t="2677" b="2676"/>
          <a:stretch/>
        </p:blipFill>
        <p:spPr>
          <a:xfrm>
            <a:off x="6629400" y="0"/>
            <a:ext cx="2193925" cy="692150"/>
          </a:xfrm>
          <a:prstGeom prst="rect">
            <a:avLst/>
          </a:prstGeom>
          <a:noFill/>
          <a:ln>
            <a:noFill/>
          </a:ln>
        </p:spPr>
      </p:pic>
      <p:sp>
        <p:nvSpPr>
          <p:cNvPr id="23" name="Google Shape;23;p63"/>
          <p:cNvSpPr/>
          <p:nvPr/>
        </p:nvSpPr>
        <p:spPr>
          <a:xfrm>
            <a:off x="2882900" y="6775450"/>
            <a:ext cx="2895600" cy="76200"/>
          </a:xfrm>
          <a:prstGeom prst="rect">
            <a:avLst/>
          </a:prstGeom>
          <a:solidFill>
            <a:srgbClr val="76C2E5"/>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4" name="Google Shape;24;p63"/>
          <p:cNvSpPr/>
          <p:nvPr/>
        </p:nvSpPr>
        <p:spPr>
          <a:xfrm>
            <a:off x="-12700" y="6775450"/>
            <a:ext cx="2895600" cy="76200"/>
          </a:xfrm>
          <a:prstGeom prst="rect">
            <a:avLst/>
          </a:prstGeom>
          <a:solidFill>
            <a:srgbClr val="FCB017"/>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5" name="Google Shape;25;p63"/>
          <p:cNvSpPr/>
          <p:nvPr/>
        </p:nvSpPr>
        <p:spPr>
          <a:xfrm>
            <a:off x="5778500" y="6775450"/>
            <a:ext cx="2895600" cy="76200"/>
          </a:xfrm>
          <a:prstGeom prst="rect">
            <a:avLst/>
          </a:prstGeom>
          <a:solidFill>
            <a:srgbClr val="FF0000"/>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6" name="Google Shape;26;p63"/>
          <p:cNvSpPr txBox="1"/>
          <p:nvPr/>
        </p:nvSpPr>
        <p:spPr>
          <a:xfrm>
            <a:off x="6903719" y="762000"/>
            <a:ext cx="2118362" cy="498492"/>
          </a:xfrm>
          <a:prstGeom prst="rect">
            <a:avLst/>
          </a:prstGeom>
          <a:noFill/>
          <a:ln>
            <a:noFill/>
          </a:ln>
        </p:spPr>
        <p:txBody>
          <a:bodyPr spcFirstLastPara="1" wrap="square" lIns="45700" tIns="45700" rIns="45700" bIns="45700" anchor="t" anchorCtr="0">
            <a:spAutoFit/>
          </a:bodyPr>
          <a:lstStyle/>
          <a:p>
            <a:pPr marL="0" marR="0" lvl="0" indent="0" algn="ctr" rtl="0">
              <a:lnSpc>
                <a:spcPct val="100000"/>
              </a:lnSpc>
              <a:spcBef>
                <a:spcPts val="0"/>
              </a:spcBef>
              <a:spcAft>
                <a:spcPts val="0"/>
              </a:spcAft>
              <a:buClr>
                <a:srgbClr val="FFFFFF"/>
              </a:buClr>
              <a:buSzPts val="2900"/>
              <a:buFont typeface="Arial"/>
              <a:buNone/>
            </a:pPr>
            <a:r>
              <a:rPr lang="en-US" sz="2900" b="1" i="0" u="none" strike="noStrike" cap="none">
                <a:solidFill>
                  <a:srgbClr val="FFFFFF"/>
                </a:solidFill>
                <a:latin typeface="Arial"/>
                <a:ea typeface="Arial"/>
                <a:cs typeface="Arial"/>
                <a:sym typeface="Arial"/>
              </a:rPr>
              <a:t>BITS</a:t>
            </a:r>
            <a:r>
              <a:rPr lang="en-US" sz="2900" b="0" i="0" u="none" strike="noStrike" cap="none">
                <a:solidFill>
                  <a:srgbClr val="FFFFFF"/>
                </a:solidFill>
                <a:latin typeface="Arial"/>
                <a:ea typeface="Arial"/>
                <a:cs typeface="Arial"/>
                <a:sym typeface="Arial"/>
              </a:rPr>
              <a:t> Pilani</a:t>
            </a:r>
            <a:endParaRPr/>
          </a:p>
        </p:txBody>
      </p:sp>
      <p:sp>
        <p:nvSpPr>
          <p:cNvPr id="27" name="Google Shape;27;p63"/>
          <p:cNvSpPr txBox="1">
            <a:spLocks noGrp="1"/>
          </p:cNvSpPr>
          <p:nvPr>
            <p:ph type="body" idx="1"/>
          </p:nvPr>
        </p:nvSpPr>
        <p:spPr>
          <a:xfrm>
            <a:off x="304800" y="4648200"/>
            <a:ext cx="8458200" cy="1600200"/>
          </a:xfrm>
          <a:prstGeom prst="rect">
            <a:avLst/>
          </a:prstGeom>
          <a:noFill/>
          <a:ln>
            <a:noFill/>
          </a:ln>
        </p:spPr>
        <p:txBody>
          <a:bodyPr spcFirstLastPara="1" wrap="square" lIns="45700" tIns="45700" rIns="45700" bIns="45700" anchor="t" anchorCtr="0">
            <a:normAutofit/>
          </a:bodyPr>
          <a:lstStyle>
            <a:lvl1pPr marL="457200" lvl="0" indent="-228600" algn="l">
              <a:lnSpc>
                <a:spcPct val="104999"/>
              </a:lnSpc>
              <a:spcBef>
                <a:spcPts val="0"/>
              </a:spcBef>
              <a:spcAft>
                <a:spcPts val="0"/>
              </a:spcAft>
              <a:buClr>
                <a:srgbClr val="000000"/>
              </a:buClr>
              <a:buSzPts val="4000"/>
              <a:buFont typeface="Arial"/>
              <a:buNone/>
              <a:defRPr sz="4000" b="1"/>
            </a:lvl1pPr>
            <a:lvl2pPr marL="914400" lvl="1" indent="-482600" algn="l">
              <a:lnSpc>
                <a:spcPct val="104999"/>
              </a:lnSpc>
              <a:spcBef>
                <a:spcPts val="0"/>
              </a:spcBef>
              <a:spcAft>
                <a:spcPts val="0"/>
              </a:spcAft>
              <a:buClr>
                <a:srgbClr val="000000"/>
              </a:buClr>
              <a:buSzPts val="4000"/>
              <a:buFont typeface="Arial"/>
              <a:buChar char="–"/>
              <a:defRPr sz="4000" b="1"/>
            </a:lvl2pPr>
            <a:lvl3pPr marL="1371600" lvl="2" indent="-482600" algn="l">
              <a:lnSpc>
                <a:spcPct val="104999"/>
              </a:lnSpc>
              <a:spcBef>
                <a:spcPts val="0"/>
              </a:spcBef>
              <a:spcAft>
                <a:spcPts val="0"/>
              </a:spcAft>
              <a:buClr>
                <a:srgbClr val="000000"/>
              </a:buClr>
              <a:buSzPts val="4000"/>
              <a:buFont typeface="Arial"/>
              <a:buChar char="•"/>
              <a:defRPr sz="4000" b="1"/>
            </a:lvl3pPr>
            <a:lvl4pPr marL="1828800" lvl="3" indent="-482600" algn="l">
              <a:lnSpc>
                <a:spcPct val="104999"/>
              </a:lnSpc>
              <a:spcBef>
                <a:spcPts val="0"/>
              </a:spcBef>
              <a:spcAft>
                <a:spcPts val="0"/>
              </a:spcAft>
              <a:buClr>
                <a:srgbClr val="000000"/>
              </a:buClr>
              <a:buSzPts val="4000"/>
              <a:buFont typeface="Arial"/>
              <a:buChar char="–"/>
              <a:defRPr sz="4000" b="1"/>
            </a:lvl4pPr>
            <a:lvl5pPr marL="2286000" lvl="4" indent="-482600" algn="l">
              <a:lnSpc>
                <a:spcPct val="104999"/>
              </a:lnSpc>
              <a:spcBef>
                <a:spcPts val="0"/>
              </a:spcBef>
              <a:spcAft>
                <a:spcPts val="0"/>
              </a:spcAft>
              <a:buClr>
                <a:srgbClr val="000000"/>
              </a:buClr>
              <a:buSzPts val="4000"/>
              <a:buFont typeface="Arial"/>
              <a:buChar char="»"/>
              <a:defRPr sz="4000" b="1"/>
            </a:lvl5pPr>
            <a:lvl6pPr marL="2743200" lvl="5" indent="-342900" algn="l">
              <a:lnSpc>
                <a:spcPct val="100000"/>
              </a:lnSpc>
              <a:spcBef>
                <a:spcPts val="700"/>
              </a:spcBef>
              <a:spcAft>
                <a:spcPts val="0"/>
              </a:spcAft>
              <a:buClr>
                <a:srgbClr val="000000"/>
              </a:buClr>
              <a:buSzPts val="1800"/>
              <a:buChar char="•"/>
              <a:defRPr/>
            </a:lvl6pPr>
            <a:lvl7pPr marL="3200400" lvl="6" indent="-342900" algn="l">
              <a:lnSpc>
                <a:spcPct val="100000"/>
              </a:lnSpc>
              <a:spcBef>
                <a:spcPts val="700"/>
              </a:spcBef>
              <a:spcAft>
                <a:spcPts val="0"/>
              </a:spcAft>
              <a:buClr>
                <a:srgbClr val="000000"/>
              </a:buClr>
              <a:buSzPts val="1800"/>
              <a:buChar char="•"/>
              <a:defRPr/>
            </a:lvl7pPr>
            <a:lvl8pPr marL="3657600" lvl="7" indent="-342900" algn="l">
              <a:lnSpc>
                <a:spcPct val="100000"/>
              </a:lnSpc>
              <a:spcBef>
                <a:spcPts val="700"/>
              </a:spcBef>
              <a:spcAft>
                <a:spcPts val="0"/>
              </a:spcAft>
              <a:buClr>
                <a:srgbClr val="000000"/>
              </a:buClr>
              <a:buSzPts val="1800"/>
              <a:buChar char="•"/>
              <a:defRPr/>
            </a:lvl8pPr>
            <a:lvl9pPr marL="4114800" lvl="8" indent="-342900" algn="l">
              <a:lnSpc>
                <a:spcPct val="100000"/>
              </a:lnSpc>
              <a:spcBef>
                <a:spcPts val="700"/>
              </a:spcBef>
              <a:spcAft>
                <a:spcPts val="0"/>
              </a:spcAft>
              <a:buClr>
                <a:srgbClr val="000000"/>
              </a:buClr>
              <a:buSzPts val="1800"/>
              <a:buChar char="•"/>
              <a:defRPr/>
            </a:lvl9pPr>
          </a:lstStyle>
          <a:p>
            <a:endParaRPr/>
          </a:p>
        </p:txBody>
      </p:sp>
      <p:sp>
        <p:nvSpPr>
          <p:cNvPr id="28" name="Google Shape;28;p63"/>
          <p:cNvSpPr txBox="1">
            <a:spLocks noGrp="1"/>
          </p:cNvSpPr>
          <p:nvPr>
            <p:ph type="sldNum" idx="12"/>
          </p:nvPr>
        </p:nvSpPr>
        <p:spPr>
          <a:xfrm>
            <a:off x="4419600" y="6172200"/>
            <a:ext cx="2133600" cy="368301"/>
          </a:xfrm>
          <a:prstGeom prst="rect">
            <a:avLst/>
          </a:prstGeom>
          <a:noFill/>
          <a:ln>
            <a:noFill/>
          </a:ln>
        </p:spPr>
        <p:txBody>
          <a:bodyPr spcFirstLastPara="1" wrap="square" lIns="45700" tIns="45700" rIns="45700" bIns="45700" anchor="ctr" anchorCtr="0">
            <a:spAutoFit/>
          </a:bodyPr>
          <a:lstStyle>
            <a:lvl1pPr marL="0" lvl="0"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1pPr>
            <a:lvl2pPr marL="0" lvl="1"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2pPr>
            <a:lvl3pPr marL="0" lvl="2"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3pPr>
            <a:lvl4pPr marL="0" lvl="3"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4pPr>
            <a:lvl5pPr marL="0" lvl="4"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5pPr>
            <a:lvl6pPr marL="0" lvl="5"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6pPr>
            <a:lvl7pPr marL="0" lvl="6"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7pPr>
            <a:lvl8pPr marL="0" lvl="7"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8pPr>
            <a:lvl9pPr marL="0" lvl="8"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3_Picture with Caption">
  <p:cSld name="3_Picture with Caption">
    <p:bg>
      <p:bgPr>
        <a:solidFill>
          <a:srgbClr val="FFFFFF"/>
        </a:solidFill>
        <a:effectLst/>
      </p:bgPr>
    </p:bg>
    <p:spTree>
      <p:nvGrpSpPr>
        <p:cNvPr id="1" name="Shape 29"/>
        <p:cNvGrpSpPr/>
        <p:nvPr/>
      </p:nvGrpSpPr>
      <p:grpSpPr>
        <a:xfrm>
          <a:off x="0" y="0"/>
          <a:ext cx="0" cy="0"/>
          <a:chOff x="0" y="0"/>
          <a:chExt cx="0" cy="0"/>
        </a:xfrm>
      </p:grpSpPr>
      <p:grpSp>
        <p:nvGrpSpPr>
          <p:cNvPr id="30" name="Google Shape;30;p66"/>
          <p:cNvGrpSpPr/>
          <p:nvPr/>
        </p:nvGrpSpPr>
        <p:grpSpPr>
          <a:xfrm>
            <a:off x="-702671" y="-883443"/>
            <a:ext cx="10499751" cy="9147815"/>
            <a:chOff x="-702671" y="-883443"/>
            <a:chExt cx="10499751" cy="9147815"/>
          </a:xfrm>
        </p:grpSpPr>
        <p:pic>
          <p:nvPicPr>
            <p:cNvPr id="31" name="Google Shape;31;p66"/>
            <p:cNvPicPr preferRelativeResize="0"/>
            <p:nvPr/>
          </p:nvPicPr>
          <p:blipFill rotWithShape="1">
            <a:blip r:embed="rId2">
              <a:alphaModFix/>
            </a:blip>
            <a:srcRect/>
            <a:stretch/>
          </p:blipFill>
          <p:spPr>
            <a:xfrm rot="4121095">
              <a:off x="-211367" y="4076943"/>
              <a:ext cx="3329835" cy="3329835"/>
            </a:xfrm>
            <a:prstGeom prst="rect">
              <a:avLst/>
            </a:prstGeom>
            <a:noFill/>
            <a:ln>
              <a:noFill/>
            </a:ln>
          </p:spPr>
        </p:pic>
        <p:pic>
          <p:nvPicPr>
            <p:cNvPr id="32" name="Google Shape;32;p66"/>
            <p:cNvPicPr preferRelativeResize="0"/>
            <p:nvPr/>
          </p:nvPicPr>
          <p:blipFill rotWithShape="1">
            <a:blip r:embed="rId2">
              <a:alphaModFix/>
            </a:blip>
            <a:srcRect/>
            <a:stretch/>
          </p:blipFill>
          <p:spPr>
            <a:xfrm>
              <a:off x="5883072" y="4248324"/>
              <a:ext cx="3329835" cy="3329835"/>
            </a:xfrm>
            <a:prstGeom prst="rect">
              <a:avLst/>
            </a:prstGeom>
            <a:noFill/>
            <a:ln>
              <a:noFill/>
            </a:ln>
          </p:spPr>
        </p:pic>
        <p:pic>
          <p:nvPicPr>
            <p:cNvPr id="33" name="Google Shape;33;p66"/>
            <p:cNvPicPr preferRelativeResize="0"/>
            <p:nvPr/>
          </p:nvPicPr>
          <p:blipFill rotWithShape="1">
            <a:blip r:embed="rId2">
              <a:alphaModFix/>
            </a:blip>
            <a:srcRect/>
            <a:stretch/>
          </p:blipFill>
          <p:spPr>
            <a:xfrm>
              <a:off x="0" y="-654317"/>
              <a:ext cx="3329835" cy="3329835"/>
            </a:xfrm>
            <a:prstGeom prst="rect">
              <a:avLst/>
            </a:prstGeom>
            <a:noFill/>
            <a:ln>
              <a:noFill/>
            </a:ln>
          </p:spPr>
        </p:pic>
        <p:pic>
          <p:nvPicPr>
            <p:cNvPr id="34" name="Google Shape;34;p66"/>
            <p:cNvPicPr preferRelativeResize="0"/>
            <p:nvPr/>
          </p:nvPicPr>
          <p:blipFill rotWithShape="1">
            <a:blip r:embed="rId2">
              <a:alphaModFix/>
            </a:blip>
            <a:srcRect/>
            <a:stretch/>
          </p:blipFill>
          <p:spPr>
            <a:xfrm rot="4121095">
              <a:off x="5975941" y="-392139"/>
              <a:ext cx="3329835" cy="3329835"/>
            </a:xfrm>
            <a:prstGeom prst="rect">
              <a:avLst/>
            </a:prstGeom>
            <a:noFill/>
            <a:ln>
              <a:noFill/>
            </a:ln>
          </p:spPr>
        </p:pic>
        <p:grpSp>
          <p:nvGrpSpPr>
            <p:cNvPr id="35" name="Google Shape;35;p66"/>
            <p:cNvGrpSpPr/>
            <p:nvPr/>
          </p:nvGrpSpPr>
          <p:grpSpPr>
            <a:xfrm>
              <a:off x="-1" y="0"/>
              <a:ext cx="9144003" cy="6857673"/>
              <a:chOff x="-1" y="0"/>
              <a:chExt cx="9144003" cy="6857673"/>
            </a:xfrm>
          </p:grpSpPr>
          <p:grpSp>
            <p:nvGrpSpPr>
              <p:cNvPr id="36" name="Google Shape;36;p66"/>
              <p:cNvGrpSpPr/>
              <p:nvPr/>
            </p:nvGrpSpPr>
            <p:grpSpPr>
              <a:xfrm>
                <a:off x="-1" y="1295400"/>
                <a:ext cx="7010403" cy="46039"/>
                <a:chOff x="-1" y="0"/>
                <a:chExt cx="7010402" cy="46038"/>
              </a:xfrm>
            </p:grpSpPr>
            <p:sp>
              <p:nvSpPr>
                <p:cNvPr id="37" name="Google Shape;37;p66"/>
                <p:cNvSpPr/>
                <p:nvPr/>
              </p:nvSpPr>
              <p:spPr>
                <a:xfrm>
                  <a:off x="2362199" y="0"/>
                  <a:ext cx="2328865" cy="46038"/>
                </a:xfrm>
                <a:prstGeom prst="rect">
                  <a:avLst/>
                </a:prstGeom>
                <a:solidFill>
                  <a:srgbClr val="76C2E5"/>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38" name="Google Shape;38;p66"/>
                <p:cNvSpPr/>
                <p:nvPr/>
              </p:nvSpPr>
              <p:spPr>
                <a:xfrm>
                  <a:off x="-1" y="0"/>
                  <a:ext cx="2362201" cy="46038"/>
                </a:xfrm>
                <a:prstGeom prst="rect">
                  <a:avLst/>
                </a:prstGeom>
                <a:solidFill>
                  <a:srgbClr val="FCB017"/>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39" name="Google Shape;39;p66"/>
                <p:cNvSpPr/>
                <p:nvPr/>
              </p:nvSpPr>
              <p:spPr>
                <a:xfrm>
                  <a:off x="4681537" y="0"/>
                  <a:ext cx="2328864" cy="46038"/>
                </a:xfrm>
                <a:prstGeom prst="rect">
                  <a:avLst/>
                </a:prstGeom>
                <a:solidFill>
                  <a:srgbClr val="FF0000"/>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grpSp>
          <p:grpSp>
            <p:nvGrpSpPr>
              <p:cNvPr id="40" name="Google Shape;40;p66"/>
              <p:cNvGrpSpPr/>
              <p:nvPr/>
            </p:nvGrpSpPr>
            <p:grpSpPr>
              <a:xfrm>
                <a:off x="2133599" y="6553200"/>
                <a:ext cx="7010403" cy="46039"/>
                <a:chOff x="-1" y="0"/>
                <a:chExt cx="7010402" cy="46038"/>
              </a:xfrm>
            </p:grpSpPr>
            <p:sp>
              <p:nvSpPr>
                <p:cNvPr id="41" name="Google Shape;41;p66"/>
                <p:cNvSpPr/>
                <p:nvPr/>
              </p:nvSpPr>
              <p:spPr>
                <a:xfrm>
                  <a:off x="2362199" y="0"/>
                  <a:ext cx="2328865" cy="46038"/>
                </a:xfrm>
                <a:prstGeom prst="rect">
                  <a:avLst/>
                </a:prstGeom>
                <a:solidFill>
                  <a:srgbClr val="76C2E5"/>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42" name="Google Shape;42;p66"/>
                <p:cNvSpPr/>
                <p:nvPr/>
              </p:nvSpPr>
              <p:spPr>
                <a:xfrm>
                  <a:off x="-1" y="0"/>
                  <a:ext cx="2362201" cy="46038"/>
                </a:xfrm>
                <a:prstGeom prst="rect">
                  <a:avLst/>
                </a:prstGeom>
                <a:solidFill>
                  <a:srgbClr val="FCB017"/>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43" name="Google Shape;43;p66"/>
                <p:cNvSpPr/>
                <p:nvPr/>
              </p:nvSpPr>
              <p:spPr>
                <a:xfrm>
                  <a:off x="4681537" y="0"/>
                  <a:ext cx="2328864" cy="46038"/>
                </a:xfrm>
                <a:prstGeom prst="rect">
                  <a:avLst/>
                </a:prstGeom>
                <a:solidFill>
                  <a:srgbClr val="FF0000"/>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grpSp>
          <p:pic>
            <p:nvPicPr>
              <p:cNvPr id="44" name="Google Shape;44;p66" descr="Picture 14"/>
              <p:cNvPicPr preferRelativeResize="0"/>
              <p:nvPr/>
            </p:nvPicPr>
            <p:blipFill rotWithShape="1">
              <a:blip r:embed="rId3">
                <a:alphaModFix/>
              </a:blip>
              <a:srcRect t="2677" b="2676"/>
              <a:stretch/>
            </p:blipFill>
            <p:spPr>
              <a:xfrm>
                <a:off x="6629400" y="0"/>
                <a:ext cx="2193925" cy="692150"/>
              </a:xfrm>
              <a:prstGeom prst="rect">
                <a:avLst/>
              </a:prstGeom>
              <a:noFill/>
              <a:ln>
                <a:noFill/>
              </a:ln>
            </p:spPr>
          </p:pic>
          <p:sp>
            <p:nvSpPr>
              <p:cNvPr id="45" name="Google Shape;45;p66"/>
              <p:cNvSpPr txBox="1"/>
              <p:nvPr/>
            </p:nvSpPr>
            <p:spPr>
              <a:xfrm>
                <a:off x="3322319" y="6596063"/>
                <a:ext cx="5775962" cy="261610"/>
              </a:xfrm>
              <a:prstGeom prst="rect">
                <a:avLst/>
              </a:prstGeom>
              <a:noFill/>
              <a:ln>
                <a:noFill/>
              </a:ln>
            </p:spPr>
            <p:txBody>
              <a:bodyPr spcFirstLastPara="1" wrap="square" lIns="45700" tIns="45700" rIns="45700" bIns="45700" anchor="t" anchorCtr="0">
                <a:spAutoFit/>
              </a:bodyPr>
              <a:lstStyle/>
              <a:p>
                <a:pPr marL="0" marR="0" lvl="0" indent="0" algn="r" rtl="0">
                  <a:lnSpc>
                    <a:spcPct val="100000"/>
                  </a:lnSpc>
                  <a:spcBef>
                    <a:spcPts val="0"/>
                  </a:spcBef>
                  <a:spcAft>
                    <a:spcPts val="0"/>
                  </a:spcAft>
                  <a:buClr>
                    <a:srgbClr val="101141"/>
                  </a:buClr>
                  <a:buSzPts val="1100"/>
                  <a:buFont typeface="Arial"/>
                  <a:buNone/>
                </a:pPr>
                <a:r>
                  <a:rPr lang="en-US" sz="1100" b="1" i="0" u="none" strike="noStrike" cap="none">
                    <a:solidFill>
                      <a:srgbClr val="101141"/>
                    </a:solidFill>
                    <a:latin typeface="Arial"/>
                    <a:ea typeface="Arial"/>
                    <a:cs typeface="Arial"/>
                    <a:sym typeface="Arial"/>
                  </a:rPr>
                  <a:t>BITS </a:t>
                </a:r>
                <a:r>
                  <a:rPr lang="en-US" sz="1100" b="0" i="0" u="none" strike="noStrike" cap="none">
                    <a:solidFill>
                      <a:srgbClr val="101141"/>
                    </a:solidFill>
                    <a:latin typeface="Arial"/>
                    <a:ea typeface="Arial"/>
                    <a:cs typeface="Arial"/>
                    <a:sym typeface="Arial"/>
                  </a:rPr>
                  <a:t>Pilani, Deemed to be University under Section 3 of UGC Act, 1956</a:t>
                </a:r>
                <a:endParaRPr/>
              </a:p>
            </p:txBody>
          </p:sp>
        </p:grpSp>
        <p:pic>
          <p:nvPicPr>
            <p:cNvPr id="46" name="Google Shape;46;p66"/>
            <p:cNvPicPr preferRelativeResize="0"/>
            <p:nvPr/>
          </p:nvPicPr>
          <p:blipFill rotWithShape="1">
            <a:blip r:embed="rId4">
              <a:alphaModFix/>
            </a:blip>
            <a:srcRect/>
            <a:stretch/>
          </p:blipFill>
          <p:spPr>
            <a:xfrm>
              <a:off x="3866657" y="2807158"/>
              <a:ext cx="1410686" cy="1410686"/>
            </a:xfrm>
            <a:prstGeom prst="rect">
              <a:avLst/>
            </a:prstGeom>
            <a:noFill/>
            <a:ln>
              <a:noFill/>
            </a:ln>
          </p:spPr>
        </p:pic>
        <p:pic>
          <p:nvPicPr>
            <p:cNvPr id="47" name="Google Shape;47;p66"/>
            <p:cNvPicPr preferRelativeResize="0"/>
            <p:nvPr/>
          </p:nvPicPr>
          <p:blipFill rotWithShape="1">
            <a:blip r:embed="rId2">
              <a:alphaModFix/>
            </a:blip>
            <a:srcRect/>
            <a:stretch/>
          </p:blipFill>
          <p:spPr>
            <a:xfrm rot="1789776">
              <a:off x="1980952" y="2061094"/>
              <a:ext cx="5246055" cy="5246055"/>
            </a:xfrm>
            <a:prstGeom prst="rect">
              <a:avLst/>
            </a:prstGeom>
            <a:noFill/>
            <a:ln>
              <a:noFill/>
            </a:ln>
          </p:spPr>
        </p:pic>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48"/>
        <p:cNvGrpSpPr/>
        <p:nvPr/>
      </p:nvGrpSpPr>
      <p:grpSpPr>
        <a:xfrm>
          <a:off x="0" y="0"/>
          <a:ext cx="0" cy="0"/>
          <a:chOff x="0" y="0"/>
          <a:chExt cx="0" cy="0"/>
        </a:xfrm>
      </p:grpSpPr>
      <p:sp>
        <p:nvSpPr>
          <p:cNvPr id="49" name="Google Shape;49;p67"/>
          <p:cNvSpPr txBox="1">
            <a:spLocks noGrp="1"/>
          </p:cNvSpPr>
          <p:nvPr>
            <p:ph type="sldNum" idx="12"/>
          </p:nvPr>
        </p:nvSpPr>
        <p:spPr>
          <a:xfrm>
            <a:off x="4419600" y="6172200"/>
            <a:ext cx="2133600" cy="368301"/>
          </a:xfrm>
          <a:prstGeom prst="rect">
            <a:avLst/>
          </a:prstGeom>
          <a:noFill/>
          <a:ln>
            <a:noFill/>
          </a:ln>
        </p:spPr>
        <p:txBody>
          <a:bodyPr spcFirstLastPara="1" wrap="square" lIns="45700" tIns="45700" rIns="45700" bIns="45700" anchor="ctr" anchorCtr="0">
            <a:spAutoFit/>
          </a:bodyPr>
          <a:lstStyle>
            <a:lvl1pPr marL="0" lvl="0"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1pPr>
            <a:lvl2pPr marL="0" lvl="1"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2pPr>
            <a:lvl3pPr marL="0" lvl="2"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3pPr>
            <a:lvl4pPr marL="0" lvl="3"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4pPr>
            <a:lvl5pPr marL="0" lvl="4"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5pPr>
            <a:lvl6pPr marL="0" lvl="5"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6pPr>
            <a:lvl7pPr marL="0" lvl="6"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7pPr>
            <a:lvl8pPr marL="0" lvl="7"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8pPr>
            <a:lvl9pPr marL="0" lvl="8"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50" name="Google Shape;50;p67"/>
          <p:cNvSpPr/>
          <p:nvPr/>
        </p:nvSpPr>
        <p:spPr>
          <a:xfrm>
            <a:off x="0" y="3352800"/>
            <a:ext cx="8686800" cy="2743200"/>
          </a:xfrm>
          <a:prstGeom prst="rect">
            <a:avLst/>
          </a:prstGeom>
          <a:solidFill>
            <a:srgbClr val="101141"/>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1" name="Google Shape;51;p67"/>
          <p:cNvSpPr/>
          <p:nvPr/>
        </p:nvSpPr>
        <p:spPr>
          <a:xfrm>
            <a:off x="2895600" y="6096000"/>
            <a:ext cx="2895600" cy="76200"/>
          </a:xfrm>
          <a:prstGeom prst="rect">
            <a:avLst/>
          </a:prstGeom>
          <a:solidFill>
            <a:srgbClr val="76C2E5"/>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52" name="Google Shape;52;p67"/>
          <p:cNvSpPr/>
          <p:nvPr/>
        </p:nvSpPr>
        <p:spPr>
          <a:xfrm>
            <a:off x="0" y="6096000"/>
            <a:ext cx="2895600" cy="76200"/>
          </a:xfrm>
          <a:prstGeom prst="rect">
            <a:avLst/>
          </a:prstGeom>
          <a:solidFill>
            <a:srgbClr val="FCB017"/>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53" name="Google Shape;53;p67"/>
          <p:cNvSpPr/>
          <p:nvPr/>
        </p:nvSpPr>
        <p:spPr>
          <a:xfrm>
            <a:off x="5791200" y="6096000"/>
            <a:ext cx="2895600" cy="76200"/>
          </a:xfrm>
          <a:prstGeom prst="rect">
            <a:avLst/>
          </a:prstGeom>
          <a:solidFill>
            <a:srgbClr val="FF0000"/>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pic>
        <p:nvPicPr>
          <p:cNvPr id="54" name="Google Shape;54;p67" descr="Picture 10"/>
          <p:cNvPicPr preferRelativeResize="0"/>
          <p:nvPr/>
        </p:nvPicPr>
        <p:blipFill rotWithShape="1">
          <a:blip r:embed="rId2">
            <a:alphaModFix/>
          </a:blip>
          <a:srcRect t="2" b="28592"/>
          <a:stretch/>
        </p:blipFill>
        <p:spPr>
          <a:xfrm>
            <a:off x="76200" y="3352800"/>
            <a:ext cx="2057400" cy="1979614"/>
          </a:xfrm>
          <a:prstGeom prst="rect">
            <a:avLst/>
          </a:prstGeom>
          <a:noFill/>
          <a:ln>
            <a:noFill/>
          </a:ln>
        </p:spPr>
      </p:pic>
      <p:sp>
        <p:nvSpPr>
          <p:cNvPr id="55" name="Google Shape;55;p67"/>
          <p:cNvSpPr txBox="1"/>
          <p:nvPr/>
        </p:nvSpPr>
        <p:spPr>
          <a:xfrm>
            <a:off x="-30481" y="5257800"/>
            <a:ext cx="2118362" cy="498492"/>
          </a:xfrm>
          <a:prstGeom prst="rect">
            <a:avLst/>
          </a:prstGeom>
          <a:noFill/>
          <a:ln>
            <a:noFill/>
          </a:ln>
        </p:spPr>
        <p:txBody>
          <a:bodyPr spcFirstLastPara="1" wrap="square" lIns="45700" tIns="45700" rIns="45700" bIns="45700" anchor="t" anchorCtr="0">
            <a:spAutoFit/>
          </a:bodyPr>
          <a:lstStyle/>
          <a:p>
            <a:pPr marL="0" marR="0" lvl="0" indent="0" algn="ctr" rtl="0">
              <a:lnSpc>
                <a:spcPct val="100000"/>
              </a:lnSpc>
              <a:spcBef>
                <a:spcPts val="0"/>
              </a:spcBef>
              <a:spcAft>
                <a:spcPts val="0"/>
              </a:spcAft>
              <a:buClr>
                <a:srgbClr val="FFFFFF"/>
              </a:buClr>
              <a:buSzPts val="2900"/>
              <a:buFont typeface="Arial"/>
              <a:buNone/>
            </a:pPr>
            <a:r>
              <a:rPr lang="en-US" sz="2900" b="1" i="0" u="none" strike="noStrike" cap="none">
                <a:solidFill>
                  <a:srgbClr val="FFFFFF"/>
                </a:solidFill>
                <a:latin typeface="Arial"/>
                <a:ea typeface="Arial"/>
                <a:cs typeface="Arial"/>
                <a:sym typeface="Arial"/>
              </a:rPr>
              <a:t>BITS</a:t>
            </a:r>
            <a:r>
              <a:rPr lang="en-US" sz="2900" b="0" i="0" u="none" strike="noStrike" cap="none">
                <a:solidFill>
                  <a:srgbClr val="FFFFFF"/>
                </a:solidFill>
                <a:latin typeface="Arial"/>
                <a:ea typeface="Arial"/>
                <a:cs typeface="Arial"/>
                <a:sym typeface="Arial"/>
              </a:rPr>
              <a:t> Pilani</a:t>
            </a:r>
            <a:endParaRPr sz="1800" b="0" i="0" u="none" strike="noStrike" cap="none">
              <a:solidFill>
                <a:srgbClr val="000000"/>
              </a:solidFill>
              <a:latin typeface="Calibri"/>
              <a:ea typeface="Calibri"/>
              <a:cs typeface="Calibri"/>
              <a:sym typeface="Calibri"/>
            </a:endParaRPr>
          </a:p>
        </p:txBody>
      </p:sp>
      <p:sp>
        <p:nvSpPr>
          <p:cNvPr id="56" name="Google Shape;56;p67"/>
          <p:cNvSpPr txBox="1">
            <a:spLocks noGrp="1"/>
          </p:cNvSpPr>
          <p:nvPr>
            <p:ph type="title"/>
          </p:nvPr>
        </p:nvSpPr>
        <p:spPr>
          <a:xfrm>
            <a:off x="2667000" y="3898061"/>
            <a:ext cx="6019800" cy="1524000"/>
          </a:xfrm>
          <a:prstGeom prst="rect">
            <a:avLst/>
          </a:prstGeom>
          <a:noFill/>
          <a:ln>
            <a:noFill/>
          </a:ln>
        </p:spPr>
        <p:txBody>
          <a:bodyPr spcFirstLastPara="1" wrap="square" lIns="91425" tIns="45700" rIns="91425" bIns="45700" anchor="ctr" anchorCtr="0">
            <a:normAutofit/>
          </a:bodyPr>
          <a:lstStyle>
            <a:lvl1pPr lvl="0" algn="l">
              <a:lnSpc>
                <a:spcPct val="222222"/>
              </a:lnSpc>
              <a:spcBef>
                <a:spcPts val="0"/>
              </a:spcBef>
              <a:spcAft>
                <a:spcPts val="0"/>
              </a:spcAft>
              <a:buClr>
                <a:srgbClr val="FFFFFF"/>
              </a:buClr>
              <a:buSzPts val="1800"/>
              <a:buNone/>
              <a:defRPr/>
            </a:lvl1pPr>
            <a:lvl2pPr lvl="1" algn="l">
              <a:lnSpc>
                <a:spcPct val="222222"/>
              </a:lnSpc>
              <a:spcBef>
                <a:spcPts val="0"/>
              </a:spcBef>
              <a:spcAft>
                <a:spcPts val="0"/>
              </a:spcAft>
              <a:buClr>
                <a:srgbClr val="FFFFFF"/>
              </a:buClr>
              <a:buSzPts val="1800"/>
              <a:buNone/>
              <a:defRPr/>
            </a:lvl2pPr>
            <a:lvl3pPr lvl="2" algn="l">
              <a:lnSpc>
                <a:spcPct val="222222"/>
              </a:lnSpc>
              <a:spcBef>
                <a:spcPts val="0"/>
              </a:spcBef>
              <a:spcAft>
                <a:spcPts val="0"/>
              </a:spcAft>
              <a:buClr>
                <a:srgbClr val="FFFFFF"/>
              </a:buClr>
              <a:buSzPts val="1800"/>
              <a:buNone/>
              <a:defRPr/>
            </a:lvl3pPr>
            <a:lvl4pPr lvl="3" algn="l">
              <a:lnSpc>
                <a:spcPct val="222222"/>
              </a:lnSpc>
              <a:spcBef>
                <a:spcPts val="0"/>
              </a:spcBef>
              <a:spcAft>
                <a:spcPts val="0"/>
              </a:spcAft>
              <a:buClr>
                <a:srgbClr val="FFFFFF"/>
              </a:buClr>
              <a:buSzPts val="1800"/>
              <a:buNone/>
              <a:defRPr/>
            </a:lvl4pPr>
            <a:lvl5pPr lvl="4" algn="l">
              <a:lnSpc>
                <a:spcPct val="222222"/>
              </a:lnSpc>
              <a:spcBef>
                <a:spcPts val="0"/>
              </a:spcBef>
              <a:spcAft>
                <a:spcPts val="0"/>
              </a:spcAft>
              <a:buClr>
                <a:srgbClr val="FFFFFF"/>
              </a:buClr>
              <a:buSzPts val="1800"/>
              <a:buNone/>
              <a:defRPr/>
            </a:lvl5pPr>
            <a:lvl6pPr lvl="5" algn="l">
              <a:lnSpc>
                <a:spcPct val="222222"/>
              </a:lnSpc>
              <a:spcBef>
                <a:spcPts val="0"/>
              </a:spcBef>
              <a:spcAft>
                <a:spcPts val="0"/>
              </a:spcAft>
              <a:buClr>
                <a:srgbClr val="FFFFFF"/>
              </a:buClr>
              <a:buSzPts val="1800"/>
              <a:buNone/>
              <a:defRPr/>
            </a:lvl6pPr>
            <a:lvl7pPr lvl="6" algn="l">
              <a:lnSpc>
                <a:spcPct val="222222"/>
              </a:lnSpc>
              <a:spcBef>
                <a:spcPts val="0"/>
              </a:spcBef>
              <a:spcAft>
                <a:spcPts val="0"/>
              </a:spcAft>
              <a:buClr>
                <a:srgbClr val="FFFFFF"/>
              </a:buClr>
              <a:buSzPts val="1800"/>
              <a:buNone/>
              <a:defRPr/>
            </a:lvl7pPr>
            <a:lvl8pPr lvl="7" algn="l">
              <a:lnSpc>
                <a:spcPct val="222222"/>
              </a:lnSpc>
              <a:spcBef>
                <a:spcPts val="0"/>
              </a:spcBef>
              <a:spcAft>
                <a:spcPts val="0"/>
              </a:spcAft>
              <a:buClr>
                <a:srgbClr val="FFFFFF"/>
              </a:buClr>
              <a:buSzPts val="1800"/>
              <a:buNone/>
              <a:defRPr/>
            </a:lvl8pPr>
            <a:lvl9pPr lvl="8" algn="l">
              <a:lnSpc>
                <a:spcPct val="222222"/>
              </a:lnSpc>
              <a:spcBef>
                <a:spcPts val="0"/>
              </a:spcBef>
              <a:spcAft>
                <a:spcPts val="0"/>
              </a:spcAft>
              <a:buClr>
                <a:srgbClr val="FFFFFF"/>
              </a:buClr>
              <a:buSzPts val="18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p:cSld name="Two Content">
    <p:bg>
      <p:bgPr>
        <a:solidFill>
          <a:srgbClr val="FFFFFF"/>
        </a:solidFill>
        <a:effectLst/>
      </p:bgPr>
    </p:bg>
    <p:spTree>
      <p:nvGrpSpPr>
        <p:cNvPr id="1" name="Shape 57"/>
        <p:cNvGrpSpPr/>
        <p:nvPr/>
      </p:nvGrpSpPr>
      <p:grpSpPr>
        <a:xfrm>
          <a:off x="0" y="0"/>
          <a:ext cx="0" cy="0"/>
          <a:chOff x="0" y="0"/>
          <a:chExt cx="0" cy="0"/>
        </a:xfrm>
      </p:grpSpPr>
      <p:grpSp>
        <p:nvGrpSpPr>
          <p:cNvPr id="58" name="Google Shape;58;p68"/>
          <p:cNvGrpSpPr/>
          <p:nvPr/>
        </p:nvGrpSpPr>
        <p:grpSpPr>
          <a:xfrm>
            <a:off x="-702671" y="-883443"/>
            <a:ext cx="10499751" cy="9147815"/>
            <a:chOff x="-702671" y="-883443"/>
            <a:chExt cx="10499751" cy="9147815"/>
          </a:xfrm>
        </p:grpSpPr>
        <p:pic>
          <p:nvPicPr>
            <p:cNvPr id="59" name="Google Shape;59;p68"/>
            <p:cNvPicPr preferRelativeResize="0"/>
            <p:nvPr/>
          </p:nvPicPr>
          <p:blipFill rotWithShape="1">
            <a:blip r:embed="rId2">
              <a:alphaModFix/>
            </a:blip>
            <a:srcRect/>
            <a:stretch/>
          </p:blipFill>
          <p:spPr>
            <a:xfrm rot="4121095">
              <a:off x="-211367" y="4076943"/>
              <a:ext cx="3329835" cy="3329835"/>
            </a:xfrm>
            <a:prstGeom prst="rect">
              <a:avLst/>
            </a:prstGeom>
            <a:noFill/>
            <a:ln>
              <a:noFill/>
            </a:ln>
          </p:spPr>
        </p:pic>
        <p:pic>
          <p:nvPicPr>
            <p:cNvPr id="60" name="Google Shape;60;p68"/>
            <p:cNvPicPr preferRelativeResize="0"/>
            <p:nvPr/>
          </p:nvPicPr>
          <p:blipFill rotWithShape="1">
            <a:blip r:embed="rId2">
              <a:alphaModFix/>
            </a:blip>
            <a:srcRect/>
            <a:stretch/>
          </p:blipFill>
          <p:spPr>
            <a:xfrm>
              <a:off x="5883072" y="4248324"/>
              <a:ext cx="3329835" cy="3329835"/>
            </a:xfrm>
            <a:prstGeom prst="rect">
              <a:avLst/>
            </a:prstGeom>
            <a:noFill/>
            <a:ln>
              <a:noFill/>
            </a:ln>
          </p:spPr>
        </p:pic>
        <p:pic>
          <p:nvPicPr>
            <p:cNvPr id="61" name="Google Shape;61;p68"/>
            <p:cNvPicPr preferRelativeResize="0"/>
            <p:nvPr/>
          </p:nvPicPr>
          <p:blipFill rotWithShape="1">
            <a:blip r:embed="rId2">
              <a:alphaModFix/>
            </a:blip>
            <a:srcRect/>
            <a:stretch/>
          </p:blipFill>
          <p:spPr>
            <a:xfrm>
              <a:off x="0" y="-654317"/>
              <a:ext cx="3329835" cy="3329835"/>
            </a:xfrm>
            <a:prstGeom prst="rect">
              <a:avLst/>
            </a:prstGeom>
            <a:noFill/>
            <a:ln>
              <a:noFill/>
            </a:ln>
          </p:spPr>
        </p:pic>
        <p:pic>
          <p:nvPicPr>
            <p:cNvPr id="62" name="Google Shape;62;p68"/>
            <p:cNvPicPr preferRelativeResize="0"/>
            <p:nvPr/>
          </p:nvPicPr>
          <p:blipFill rotWithShape="1">
            <a:blip r:embed="rId2">
              <a:alphaModFix/>
            </a:blip>
            <a:srcRect/>
            <a:stretch/>
          </p:blipFill>
          <p:spPr>
            <a:xfrm rot="4121095">
              <a:off x="5975941" y="-392139"/>
              <a:ext cx="3329835" cy="3329835"/>
            </a:xfrm>
            <a:prstGeom prst="rect">
              <a:avLst/>
            </a:prstGeom>
            <a:noFill/>
            <a:ln>
              <a:noFill/>
            </a:ln>
          </p:spPr>
        </p:pic>
        <p:grpSp>
          <p:nvGrpSpPr>
            <p:cNvPr id="63" name="Google Shape;63;p68"/>
            <p:cNvGrpSpPr/>
            <p:nvPr/>
          </p:nvGrpSpPr>
          <p:grpSpPr>
            <a:xfrm>
              <a:off x="-1" y="0"/>
              <a:ext cx="9144003" cy="6857673"/>
              <a:chOff x="-1" y="0"/>
              <a:chExt cx="9144003" cy="6857673"/>
            </a:xfrm>
          </p:grpSpPr>
          <p:grpSp>
            <p:nvGrpSpPr>
              <p:cNvPr id="64" name="Google Shape;64;p68"/>
              <p:cNvGrpSpPr/>
              <p:nvPr/>
            </p:nvGrpSpPr>
            <p:grpSpPr>
              <a:xfrm>
                <a:off x="-1" y="1295400"/>
                <a:ext cx="7010403" cy="46039"/>
                <a:chOff x="-1" y="0"/>
                <a:chExt cx="7010402" cy="46038"/>
              </a:xfrm>
            </p:grpSpPr>
            <p:sp>
              <p:nvSpPr>
                <p:cNvPr id="65" name="Google Shape;65;p68"/>
                <p:cNvSpPr/>
                <p:nvPr/>
              </p:nvSpPr>
              <p:spPr>
                <a:xfrm>
                  <a:off x="2362199" y="0"/>
                  <a:ext cx="2328865" cy="46038"/>
                </a:xfrm>
                <a:prstGeom prst="rect">
                  <a:avLst/>
                </a:prstGeom>
                <a:solidFill>
                  <a:srgbClr val="76C2E5"/>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66" name="Google Shape;66;p68"/>
                <p:cNvSpPr/>
                <p:nvPr/>
              </p:nvSpPr>
              <p:spPr>
                <a:xfrm>
                  <a:off x="-1" y="0"/>
                  <a:ext cx="2362201" cy="46038"/>
                </a:xfrm>
                <a:prstGeom prst="rect">
                  <a:avLst/>
                </a:prstGeom>
                <a:solidFill>
                  <a:srgbClr val="FCB017"/>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67" name="Google Shape;67;p68"/>
                <p:cNvSpPr/>
                <p:nvPr/>
              </p:nvSpPr>
              <p:spPr>
                <a:xfrm>
                  <a:off x="4681537" y="0"/>
                  <a:ext cx="2328864" cy="46038"/>
                </a:xfrm>
                <a:prstGeom prst="rect">
                  <a:avLst/>
                </a:prstGeom>
                <a:solidFill>
                  <a:srgbClr val="FF0000"/>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grpSp>
          <p:grpSp>
            <p:nvGrpSpPr>
              <p:cNvPr id="68" name="Google Shape;68;p68"/>
              <p:cNvGrpSpPr/>
              <p:nvPr/>
            </p:nvGrpSpPr>
            <p:grpSpPr>
              <a:xfrm>
                <a:off x="2133599" y="6553200"/>
                <a:ext cx="7010403" cy="46039"/>
                <a:chOff x="-1" y="0"/>
                <a:chExt cx="7010402" cy="46038"/>
              </a:xfrm>
            </p:grpSpPr>
            <p:sp>
              <p:nvSpPr>
                <p:cNvPr id="69" name="Google Shape;69;p68"/>
                <p:cNvSpPr/>
                <p:nvPr/>
              </p:nvSpPr>
              <p:spPr>
                <a:xfrm>
                  <a:off x="2362199" y="0"/>
                  <a:ext cx="2328865" cy="46038"/>
                </a:xfrm>
                <a:prstGeom prst="rect">
                  <a:avLst/>
                </a:prstGeom>
                <a:solidFill>
                  <a:srgbClr val="76C2E5"/>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70" name="Google Shape;70;p68"/>
                <p:cNvSpPr/>
                <p:nvPr/>
              </p:nvSpPr>
              <p:spPr>
                <a:xfrm>
                  <a:off x="-1" y="0"/>
                  <a:ext cx="2362201" cy="46038"/>
                </a:xfrm>
                <a:prstGeom prst="rect">
                  <a:avLst/>
                </a:prstGeom>
                <a:solidFill>
                  <a:srgbClr val="FCB017"/>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71" name="Google Shape;71;p68"/>
                <p:cNvSpPr/>
                <p:nvPr/>
              </p:nvSpPr>
              <p:spPr>
                <a:xfrm>
                  <a:off x="4681537" y="0"/>
                  <a:ext cx="2328864" cy="46038"/>
                </a:xfrm>
                <a:prstGeom prst="rect">
                  <a:avLst/>
                </a:prstGeom>
                <a:solidFill>
                  <a:srgbClr val="FF0000"/>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grpSp>
          <p:pic>
            <p:nvPicPr>
              <p:cNvPr id="72" name="Google Shape;72;p68" descr="Picture 14"/>
              <p:cNvPicPr preferRelativeResize="0"/>
              <p:nvPr/>
            </p:nvPicPr>
            <p:blipFill rotWithShape="1">
              <a:blip r:embed="rId3">
                <a:alphaModFix/>
              </a:blip>
              <a:srcRect t="2677" b="2676"/>
              <a:stretch/>
            </p:blipFill>
            <p:spPr>
              <a:xfrm>
                <a:off x="6629400" y="0"/>
                <a:ext cx="2193925" cy="692150"/>
              </a:xfrm>
              <a:prstGeom prst="rect">
                <a:avLst/>
              </a:prstGeom>
              <a:noFill/>
              <a:ln>
                <a:noFill/>
              </a:ln>
            </p:spPr>
          </p:pic>
          <p:sp>
            <p:nvSpPr>
              <p:cNvPr id="73" name="Google Shape;73;p68"/>
              <p:cNvSpPr txBox="1"/>
              <p:nvPr/>
            </p:nvSpPr>
            <p:spPr>
              <a:xfrm>
                <a:off x="3322319" y="6596063"/>
                <a:ext cx="5775962" cy="261610"/>
              </a:xfrm>
              <a:prstGeom prst="rect">
                <a:avLst/>
              </a:prstGeom>
              <a:noFill/>
              <a:ln>
                <a:noFill/>
              </a:ln>
            </p:spPr>
            <p:txBody>
              <a:bodyPr spcFirstLastPara="1" wrap="square" lIns="45700" tIns="45700" rIns="45700" bIns="45700" anchor="t" anchorCtr="0">
                <a:spAutoFit/>
              </a:bodyPr>
              <a:lstStyle/>
              <a:p>
                <a:pPr marL="0" marR="0" lvl="0" indent="0" algn="r" rtl="0">
                  <a:lnSpc>
                    <a:spcPct val="100000"/>
                  </a:lnSpc>
                  <a:spcBef>
                    <a:spcPts val="0"/>
                  </a:spcBef>
                  <a:spcAft>
                    <a:spcPts val="0"/>
                  </a:spcAft>
                  <a:buClr>
                    <a:srgbClr val="101141"/>
                  </a:buClr>
                  <a:buSzPts val="1100"/>
                  <a:buFont typeface="Arial"/>
                  <a:buNone/>
                </a:pPr>
                <a:r>
                  <a:rPr lang="en-US" sz="1100" b="1" i="0" u="none" strike="noStrike" cap="none">
                    <a:solidFill>
                      <a:srgbClr val="101141"/>
                    </a:solidFill>
                    <a:latin typeface="Arial"/>
                    <a:ea typeface="Arial"/>
                    <a:cs typeface="Arial"/>
                    <a:sym typeface="Arial"/>
                  </a:rPr>
                  <a:t>BITS </a:t>
                </a:r>
                <a:r>
                  <a:rPr lang="en-US" sz="1100" b="0" i="0" u="none" strike="noStrike" cap="none">
                    <a:solidFill>
                      <a:srgbClr val="101141"/>
                    </a:solidFill>
                    <a:latin typeface="Arial"/>
                    <a:ea typeface="Arial"/>
                    <a:cs typeface="Arial"/>
                    <a:sym typeface="Arial"/>
                  </a:rPr>
                  <a:t>Pilani, Deemed to be University under Section 3 of UGC Act, 1956</a:t>
                </a:r>
                <a:endParaRPr/>
              </a:p>
            </p:txBody>
          </p:sp>
        </p:grpSp>
        <p:pic>
          <p:nvPicPr>
            <p:cNvPr id="74" name="Google Shape;74;p68"/>
            <p:cNvPicPr preferRelativeResize="0"/>
            <p:nvPr/>
          </p:nvPicPr>
          <p:blipFill rotWithShape="1">
            <a:blip r:embed="rId4">
              <a:alphaModFix/>
            </a:blip>
            <a:srcRect/>
            <a:stretch/>
          </p:blipFill>
          <p:spPr>
            <a:xfrm>
              <a:off x="3866657" y="2807158"/>
              <a:ext cx="1410686" cy="1410686"/>
            </a:xfrm>
            <a:prstGeom prst="rect">
              <a:avLst/>
            </a:prstGeom>
            <a:noFill/>
            <a:ln>
              <a:noFill/>
            </a:ln>
          </p:spPr>
        </p:pic>
        <p:pic>
          <p:nvPicPr>
            <p:cNvPr id="75" name="Google Shape;75;p68"/>
            <p:cNvPicPr preferRelativeResize="0"/>
            <p:nvPr/>
          </p:nvPicPr>
          <p:blipFill rotWithShape="1">
            <a:blip r:embed="rId2">
              <a:alphaModFix/>
            </a:blip>
            <a:srcRect/>
            <a:stretch/>
          </p:blipFill>
          <p:spPr>
            <a:xfrm rot="1789776">
              <a:off x="1980952" y="2061094"/>
              <a:ext cx="5246055" cy="5246055"/>
            </a:xfrm>
            <a:prstGeom prst="rect">
              <a:avLst/>
            </a:prstGeom>
            <a:noFill/>
            <a:ln>
              <a:noFill/>
            </a:ln>
          </p:spPr>
        </p:pic>
      </p:grpSp>
      <p:sp>
        <p:nvSpPr>
          <p:cNvPr id="76" name="Google Shape;76;p68"/>
          <p:cNvSpPr txBox="1">
            <a:spLocks noGrp="1"/>
          </p:cNvSpPr>
          <p:nvPr>
            <p:ph type="body" idx="1"/>
          </p:nvPr>
        </p:nvSpPr>
        <p:spPr>
          <a:xfrm>
            <a:off x="4953000" y="1600200"/>
            <a:ext cx="4038600" cy="4525963"/>
          </a:xfrm>
          <a:prstGeom prst="rect">
            <a:avLst/>
          </a:prstGeom>
          <a:noFill/>
          <a:ln>
            <a:noFill/>
          </a:ln>
        </p:spPr>
        <p:txBody>
          <a:bodyPr spcFirstLastPara="1" wrap="square" lIns="45700" tIns="45700" rIns="45700" bIns="45700" anchor="t" anchorCtr="0">
            <a:normAutofit/>
          </a:bodyPr>
          <a:lstStyle>
            <a:lvl1pPr marL="457200" lvl="0" indent="-228600" algn="l">
              <a:lnSpc>
                <a:spcPct val="100000"/>
              </a:lnSpc>
              <a:spcBef>
                <a:spcPts val="600"/>
              </a:spcBef>
              <a:spcAft>
                <a:spcPts val="0"/>
              </a:spcAft>
              <a:buClr>
                <a:srgbClr val="000000"/>
              </a:buClr>
              <a:buSzPts val="2800"/>
              <a:buFont typeface="Arial"/>
              <a:buNone/>
              <a:defRPr sz="2800"/>
            </a:lvl1pPr>
            <a:lvl2pPr marL="914400" lvl="1" indent="-406400" algn="l">
              <a:lnSpc>
                <a:spcPct val="100000"/>
              </a:lnSpc>
              <a:spcBef>
                <a:spcPts val="600"/>
              </a:spcBef>
              <a:spcAft>
                <a:spcPts val="0"/>
              </a:spcAft>
              <a:buClr>
                <a:srgbClr val="000000"/>
              </a:buClr>
              <a:buSzPts val="2800"/>
              <a:buFont typeface="Arial"/>
              <a:buChar char="–"/>
              <a:defRPr sz="2800"/>
            </a:lvl2pPr>
            <a:lvl3pPr marL="1371600" lvl="2" indent="-406400" algn="l">
              <a:lnSpc>
                <a:spcPct val="100000"/>
              </a:lnSpc>
              <a:spcBef>
                <a:spcPts val="600"/>
              </a:spcBef>
              <a:spcAft>
                <a:spcPts val="0"/>
              </a:spcAft>
              <a:buClr>
                <a:srgbClr val="000000"/>
              </a:buClr>
              <a:buSzPts val="2800"/>
              <a:buFont typeface="Arial"/>
              <a:buChar char="•"/>
              <a:defRPr sz="2800"/>
            </a:lvl3pPr>
            <a:lvl4pPr marL="1828800" lvl="3" indent="-406400" algn="l">
              <a:lnSpc>
                <a:spcPct val="100000"/>
              </a:lnSpc>
              <a:spcBef>
                <a:spcPts val="600"/>
              </a:spcBef>
              <a:spcAft>
                <a:spcPts val="0"/>
              </a:spcAft>
              <a:buClr>
                <a:srgbClr val="000000"/>
              </a:buClr>
              <a:buSzPts val="2800"/>
              <a:buFont typeface="Arial"/>
              <a:buChar char="–"/>
              <a:defRPr sz="2800"/>
            </a:lvl4pPr>
            <a:lvl5pPr marL="2286000" lvl="4" indent="-406400" algn="l">
              <a:lnSpc>
                <a:spcPct val="100000"/>
              </a:lnSpc>
              <a:spcBef>
                <a:spcPts val="600"/>
              </a:spcBef>
              <a:spcAft>
                <a:spcPts val="0"/>
              </a:spcAft>
              <a:buClr>
                <a:srgbClr val="000000"/>
              </a:buClr>
              <a:buSzPts val="2800"/>
              <a:buFont typeface="Arial"/>
              <a:buChar char="»"/>
              <a:defRPr sz="2800"/>
            </a:lvl5pPr>
            <a:lvl6pPr marL="2743200" lvl="5" indent="-342900" algn="l">
              <a:lnSpc>
                <a:spcPct val="100000"/>
              </a:lnSpc>
              <a:spcBef>
                <a:spcPts val="700"/>
              </a:spcBef>
              <a:spcAft>
                <a:spcPts val="0"/>
              </a:spcAft>
              <a:buClr>
                <a:srgbClr val="000000"/>
              </a:buClr>
              <a:buSzPts val="1800"/>
              <a:buChar char="•"/>
              <a:defRPr/>
            </a:lvl6pPr>
            <a:lvl7pPr marL="3200400" lvl="6" indent="-342900" algn="l">
              <a:lnSpc>
                <a:spcPct val="100000"/>
              </a:lnSpc>
              <a:spcBef>
                <a:spcPts val="700"/>
              </a:spcBef>
              <a:spcAft>
                <a:spcPts val="0"/>
              </a:spcAft>
              <a:buClr>
                <a:srgbClr val="000000"/>
              </a:buClr>
              <a:buSzPts val="1800"/>
              <a:buChar char="•"/>
              <a:defRPr/>
            </a:lvl7pPr>
            <a:lvl8pPr marL="3657600" lvl="7" indent="-342900" algn="l">
              <a:lnSpc>
                <a:spcPct val="100000"/>
              </a:lnSpc>
              <a:spcBef>
                <a:spcPts val="700"/>
              </a:spcBef>
              <a:spcAft>
                <a:spcPts val="0"/>
              </a:spcAft>
              <a:buClr>
                <a:srgbClr val="000000"/>
              </a:buClr>
              <a:buSzPts val="1800"/>
              <a:buChar char="•"/>
              <a:defRPr/>
            </a:lvl8pPr>
            <a:lvl9pPr marL="4114800" lvl="8" indent="-342900" algn="l">
              <a:lnSpc>
                <a:spcPct val="100000"/>
              </a:lnSpc>
              <a:spcBef>
                <a:spcPts val="700"/>
              </a:spcBef>
              <a:spcAft>
                <a:spcPts val="0"/>
              </a:spcAft>
              <a:buClr>
                <a:srgbClr val="000000"/>
              </a:buClr>
              <a:buSzPts val="1800"/>
              <a:buChar char="•"/>
              <a:defRPr/>
            </a:lvl9pPr>
          </a:lstStyle>
          <a:p>
            <a:endParaRPr/>
          </a:p>
        </p:txBody>
      </p:sp>
      <p:sp>
        <p:nvSpPr>
          <p:cNvPr id="77" name="Google Shape;77;p68"/>
          <p:cNvSpPr txBox="1">
            <a:spLocks noGrp="1"/>
          </p:cNvSpPr>
          <p:nvPr>
            <p:ph type="sldNum" idx="12"/>
          </p:nvPr>
        </p:nvSpPr>
        <p:spPr>
          <a:xfrm>
            <a:off x="4419600" y="6172200"/>
            <a:ext cx="2133600" cy="368301"/>
          </a:xfrm>
          <a:prstGeom prst="rect">
            <a:avLst/>
          </a:prstGeom>
          <a:noFill/>
          <a:ln>
            <a:noFill/>
          </a:ln>
        </p:spPr>
        <p:txBody>
          <a:bodyPr spcFirstLastPara="1" wrap="square" lIns="45700" tIns="45700" rIns="45700" bIns="45700" anchor="ctr" anchorCtr="0">
            <a:spAutoFit/>
          </a:bodyPr>
          <a:lstStyle>
            <a:lvl1pPr marL="0" lvl="0"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1pPr>
            <a:lvl2pPr marL="0" lvl="1"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2pPr>
            <a:lvl3pPr marL="0" lvl="2"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3pPr>
            <a:lvl4pPr marL="0" lvl="3"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4pPr>
            <a:lvl5pPr marL="0" lvl="4"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5pPr>
            <a:lvl6pPr marL="0" lvl="5"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6pPr>
            <a:lvl7pPr marL="0" lvl="6"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7pPr>
            <a:lvl8pPr marL="0" lvl="7"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8pPr>
            <a:lvl9pPr marL="0" lvl="8"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p:cSld name="Comparison">
    <p:bg>
      <p:bgPr>
        <a:solidFill>
          <a:srgbClr val="FFFFFF"/>
        </a:solidFill>
        <a:effectLst/>
      </p:bgPr>
    </p:bg>
    <p:spTree>
      <p:nvGrpSpPr>
        <p:cNvPr id="1" name="Shape 78"/>
        <p:cNvGrpSpPr/>
        <p:nvPr/>
      </p:nvGrpSpPr>
      <p:grpSpPr>
        <a:xfrm>
          <a:off x="0" y="0"/>
          <a:ext cx="0" cy="0"/>
          <a:chOff x="0" y="0"/>
          <a:chExt cx="0" cy="0"/>
        </a:xfrm>
      </p:grpSpPr>
      <p:grpSp>
        <p:nvGrpSpPr>
          <p:cNvPr id="79" name="Google Shape;79;p69"/>
          <p:cNvGrpSpPr/>
          <p:nvPr/>
        </p:nvGrpSpPr>
        <p:grpSpPr>
          <a:xfrm>
            <a:off x="-702671" y="-883443"/>
            <a:ext cx="10499751" cy="9147815"/>
            <a:chOff x="-702671" y="-883443"/>
            <a:chExt cx="10499751" cy="9147815"/>
          </a:xfrm>
        </p:grpSpPr>
        <p:pic>
          <p:nvPicPr>
            <p:cNvPr id="80" name="Google Shape;80;p69"/>
            <p:cNvPicPr preferRelativeResize="0"/>
            <p:nvPr/>
          </p:nvPicPr>
          <p:blipFill rotWithShape="1">
            <a:blip r:embed="rId2">
              <a:alphaModFix/>
            </a:blip>
            <a:srcRect/>
            <a:stretch/>
          </p:blipFill>
          <p:spPr>
            <a:xfrm rot="4121095">
              <a:off x="-211367" y="4076943"/>
              <a:ext cx="3329835" cy="3329835"/>
            </a:xfrm>
            <a:prstGeom prst="rect">
              <a:avLst/>
            </a:prstGeom>
            <a:noFill/>
            <a:ln>
              <a:noFill/>
            </a:ln>
          </p:spPr>
        </p:pic>
        <p:pic>
          <p:nvPicPr>
            <p:cNvPr id="81" name="Google Shape;81;p69"/>
            <p:cNvPicPr preferRelativeResize="0"/>
            <p:nvPr/>
          </p:nvPicPr>
          <p:blipFill rotWithShape="1">
            <a:blip r:embed="rId2">
              <a:alphaModFix/>
            </a:blip>
            <a:srcRect/>
            <a:stretch/>
          </p:blipFill>
          <p:spPr>
            <a:xfrm>
              <a:off x="5883072" y="4248324"/>
              <a:ext cx="3329835" cy="3329835"/>
            </a:xfrm>
            <a:prstGeom prst="rect">
              <a:avLst/>
            </a:prstGeom>
            <a:noFill/>
            <a:ln>
              <a:noFill/>
            </a:ln>
          </p:spPr>
        </p:pic>
        <p:pic>
          <p:nvPicPr>
            <p:cNvPr id="82" name="Google Shape;82;p69"/>
            <p:cNvPicPr preferRelativeResize="0"/>
            <p:nvPr/>
          </p:nvPicPr>
          <p:blipFill rotWithShape="1">
            <a:blip r:embed="rId2">
              <a:alphaModFix/>
            </a:blip>
            <a:srcRect/>
            <a:stretch/>
          </p:blipFill>
          <p:spPr>
            <a:xfrm>
              <a:off x="0" y="-654317"/>
              <a:ext cx="3329835" cy="3329835"/>
            </a:xfrm>
            <a:prstGeom prst="rect">
              <a:avLst/>
            </a:prstGeom>
            <a:noFill/>
            <a:ln>
              <a:noFill/>
            </a:ln>
          </p:spPr>
        </p:pic>
        <p:pic>
          <p:nvPicPr>
            <p:cNvPr id="83" name="Google Shape;83;p69"/>
            <p:cNvPicPr preferRelativeResize="0"/>
            <p:nvPr/>
          </p:nvPicPr>
          <p:blipFill rotWithShape="1">
            <a:blip r:embed="rId2">
              <a:alphaModFix/>
            </a:blip>
            <a:srcRect/>
            <a:stretch/>
          </p:blipFill>
          <p:spPr>
            <a:xfrm rot="4121095">
              <a:off x="5975941" y="-392139"/>
              <a:ext cx="3329835" cy="3329835"/>
            </a:xfrm>
            <a:prstGeom prst="rect">
              <a:avLst/>
            </a:prstGeom>
            <a:noFill/>
            <a:ln>
              <a:noFill/>
            </a:ln>
          </p:spPr>
        </p:pic>
        <p:grpSp>
          <p:nvGrpSpPr>
            <p:cNvPr id="84" name="Google Shape;84;p69"/>
            <p:cNvGrpSpPr/>
            <p:nvPr/>
          </p:nvGrpSpPr>
          <p:grpSpPr>
            <a:xfrm>
              <a:off x="-1" y="0"/>
              <a:ext cx="9144003" cy="6857673"/>
              <a:chOff x="-1" y="0"/>
              <a:chExt cx="9144003" cy="6857673"/>
            </a:xfrm>
          </p:grpSpPr>
          <p:grpSp>
            <p:nvGrpSpPr>
              <p:cNvPr id="85" name="Google Shape;85;p69"/>
              <p:cNvGrpSpPr/>
              <p:nvPr/>
            </p:nvGrpSpPr>
            <p:grpSpPr>
              <a:xfrm>
                <a:off x="-1" y="1295400"/>
                <a:ext cx="7010403" cy="46039"/>
                <a:chOff x="-1" y="0"/>
                <a:chExt cx="7010402" cy="46038"/>
              </a:xfrm>
            </p:grpSpPr>
            <p:sp>
              <p:nvSpPr>
                <p:cNvPr id="86" name="Google Shape;86;p69"/>
                <p:cNvSpPr/>
                <p:nvPr/>
              </p:nvSpPr>
              <p:spPr>
                <a:xfrm>
                  <a:off x="2362199" y="0"/>
                  <a:ext cx="2328865" cy="46038"/>
                </a:xfrm>
                <a:prstGeom prst="rect">
                  <a:avLst/>
                </a:prstGeom>
                <a:solidFill>
                  <a:srgbClr val="76C2E5"/>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87" name="Google Shape;87;p69"/>
                <p:cNvSpPr/>
                <p:nvPr/>
              </p:nvSpPr>
              <p:spPr>
                <a:xfrm>
                  <a:off x="-1" y="0"/>
                  <a:ext cx="2362201" cy="46038"/>
                </a:xfrm>
                <a:prstGeom prst="rect">
                  <a:avLst/>
                </a:prstGeom>
                <a:solidFill>
                  <a:srgbClr val="FCB017"/>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88" name="Google Shape;88;p69"/>
                <p:cNvSpPr/>
                <p:nvPr/>
              </p:nvSpPr>
              <p:spPr>
                <a:xfrm>
                  <a:off x="4681537" y="0"/>
                  <a:ext cx="2328864" cy="46038"/>
                </a:xfrm>
                <a:prstGeom prst="rect">
                  <a:avLst/>
                </a:prstGeom>
                <a:solidFill>
                  <a:srgbClr val="FF0000"/>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grpSp>
          <p:grpSp>
            <p:nvGrpSpPr>
              <p:cNvPr id="89" name="Google Shape;89;p69"/>
              <p:cNvGrpSpPr/>
              <p:nvPr/>
            </p:nvGrpSpPr>
            <p:grpSpPr>
              <a:xfrm>
                <a:off x="2133599" y="6553200"/>
                <a:ext cx="7010403" cy="46039"/>
                <a:chOff x="-1" y="0"/>
                <a:chExt cx="7010402" cy="46038"/>
              </a:xfrm>
            </p:grpSpPr>
            <p:sp>
              <p:nvSpPr>
                <p:cNvPr id="90" name="Google Shape;90;p69"/>
                <p:cNvSpPr/>
                <p:nvPr/>
              </p:nvSpPr>
              <p:spPr>
                <a:xfrm>
                  <a:off x="2362199" y="0"/>
                  <a:ext cx="2328865" cy="46038"/>
                </a:xfrm>
                <a:prstGeom prst="rect">
                  <a:avLst/>
                </a:prstGeom>
                <a:solidFill>
                  <a:srgbClr val="76C2E5"/>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91" name="Google Shape;91;p69"/>
                <p:cNvSpPr/>
                <p:nvPr/>
              </p:nvSpPr>
              <p:spPr>
                <a:xfrm>
                  <a:off x="-1" y="0"/>
                  <a:ext cx="2362201" cy="46038"/>
                </a:xfrm>
                <a:prstGeom prst="rect">
                  <a:avLst/>
                </a:prstGeom>
                <a:solidFill>
                  <a:srgbClr val="FCB017"/>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92" name="Google Shape;92;p69"/>
                <p:cNvSpPr/>
                <p:nvPr/>
              </p:nvSpPr>
              <p:spPr>
                <a:xfrm>
                  <a:off x="4681537" y="0"/>
                  <a:ext cx="2328864" cy="46038"/>
                </a:xfrm>
                <a:prstGeom prst="rect">
                  <a:avLst/>
                </a:prstGeom>
                <a:solidFill>
                  <a:srgbClr val="FF0000"/>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grpSp>
          <p:pic>
            <p:nvPicPr>
              <p:cNvPr id="93" name="Google Shape;93;p69" descr="Picture 14"/>
              <p:cNvPicPr preferRelativeResize="0"/>
              <p:nvPr/>
            </p:nvPicPr>
            <p:blipFill rotWithShape="1">
              <a:blip r:embed="rId3">
                <a:alphaModFix/>
              </a:blip>
              <a:srcRect t="2677" b="2676"/>
              <a:stretch/>
            </p:blipFill>
            <p:spPr>
              <a:xfrm>
                <a:off x="6629400" y="0"/>
                <a:ext cx="2193925" cy="692150"/>
              </a:xfrm>
              <a:prstGeom prst="rect">
                <a:avLst/>
              </a:prstGeom>
              <a:noFill/>
              <a:ln>
                <a:noFill/>
              </a:ln>
            </p:spPr>
          </p:pic>
          <p:sp>
            <p:nvSpPr>
              <p:cNvPr id="94" name="Google Shape;94;p69"/>
              <p:cNvSpPr txBox="1"/>
              <p:nvPr/>
            </p:nvSpPr>
            <p:spPr>
              <a:xfrm>
                <a:off x="3322319" y="6596063"/>
                <a:ext cx="5775962" cy="261610"/>
              </a:xfrm>
              <a:prstGeom prst="rect">
                <a:avLst/>
              </a:prstGeom>
              <a:noFill/>
              <a:ln>
                <a:noFill/>
              </a:ln>
            </p:spPr>
            <p:txBody>
              <a:bodyPr spcFirstLastPara="1" wrap="square" lIns="45700" tIns="45700" rIns="45700" bIns="45700" anchor="t" anchorCtr="0">
                <a:spAutoFit/>
              </a:bodyPr>
              <a:lstStyle/>
              <a:p>
                <a:pPr marL="0" marR="0" lvl="0" indent="0" algn="r" rtl="0">
                  <a:lnSpc>
                    <a:spcPct val="100000"/>
                  </a:lnSpc>
                  <a:spcBef>
                    <a:spcPts val="0"/>
                  </a:spcBef>
                  <a:spcAft>
                    <a:spcPts val="0"/>
                  </a:spcAft>
                  <a:buClr>
                    <a:srgbClr val="101141"/>
                  </a:buClr>
                  <a:buSzPts val="1100"/>
                  <a:buFont typeface="Arial"/>
                  <a:buNone/>
                </a:pPr>
                <a:r>
                  <a:rPr lang="en-US" sz="1100" b="1" i="0" u="none" strike="noStrike" cap="none">
                    <a:solidFill>
                      <a:srgbClr val="101141"/>
                    </a:solidFill>
                    <a:latin typeface="Arial"/>
                    <a:ea typeface="Arial"/>
                    <a:cs typeface="Arial"/>
                    <a:sym typeface="Arial"/>
                  </a:rPr>
                  <a:t>BITS </a:t>
                </a:r>
                <a:r>
                  <a:rPr lang="en-US" sz="1100" b="0" i="0" u="none" strike="noStrike" cap="none">
                    <a:solidFill>
                      <a:srgbClr val="101141"/>
                    </a:solidFill>
                    <a:latin typeface="Arial"/>
                    <a:ea typeface="Arial"/>
                    <a:cs typeface="Arial"/>
                    <a:sym typeface="Arial"/>
                  </a:rPr>
                  <a:t>Pilani, Deemed to be University under Section 3 of UGC Act, 1956</a:t>
                </a:r>
                <a:endParaRPr/>
              </a:p>
            </p:txBody>
          </p:sp>
        </p:grpSp>
        <p:pic>
          <p:nvPicPr>
            <p:cNvPr id="95" name="Google Shape;95;p69"/>
            <p:cNvPicPr preferRelativeResize="0"/>
            <p:nvPr/>
          </p:nvPicPr>
          <p:blipFill rotWithShape="1">
            <a:blip r:embed="rId4">
              <a:alphaModFix/>
            </a:blip>
            <a:srcRect/>
            <a:stretch/>
          </p:blipFill>
          <p:spPr>
            <a:xfrm>
              <a:off x="3866657" y="2807158"/>
              <a:ext cx="1410686" cy="1410686"/>
            </a:xfrm>
            <a:prstGeom prst="rect">
              <a:avLst/>
            </a:prstGeom>
            <a:noFill/>
            <a:ln>
              <a:noFill/>
            </a:ln>
          </p:spPr>
        </p:pic>
        <p:pic>
          <p:nvPicPr>
            <p:cNvPr id="96" name="Google Shape;96;p69"/>
            <p:cNvPicPr preferRelativeResize="0"/>
            <p:nvPr/>
          </p:nvPicPr>
          <p:blipFill rotWithShape="1">
            <a:blip r:embed="rId2">
              <a:alphaModFix/>
            </a:blip>
            <a:srcRect/>
            <a:stretch/>
          </p:blipFill>
          <p:spPr>
            <a:xfrm rot="1789776">
              <a:off x="1980952" y="2061094"/>
              <a:ext cx="5246055" cy="5246055"/>
            </a:xfrm>
            <a:prstGeom prst="rect">
              <a:avLst/>
            </a:prstGeom>
            <a:noFill/>
            <a:ln>
              <a:noFill/>
            </a:ln>
          </p:spPr>
        </p:pic>
      </p:grpSp>
      <p:sp>
        <p:nvSpPr>
          <p:cNvPr id="97" name="Google Shape;97;p69"/>
          <p:cNvSpPr txBox="1">
            <a:spLocks noGrp="1"/>
          </p:cNvSpPr>
          <p:nvPr>
            <p:ph type="body" idx="1"/>
          </p:nvPr>
        </p:nvSpPr>
        <p:spPr>
          <a:xfrm>
            <a:off x="457200" y="1535112"/>
            <a:ext cx="4040188" cy="827088"/>
          </a:xfrm>
          <a:prstGeom prst="rect">
            <a:avLst/>
          </a:prstGeom>
          <a:noFill/>
          <a:ln>
            <a:noFill/>
          </a:ln>
        </p:spPr>
        <p:txBody>
          <a:bodyPr spcFirstLastPara="1" wrap="square" lIns="45700" tIns="45700" rIns="45700" bIns="45700" anchor="b" anchorCtr="0">
            <a:normAutofit/>
          </a:bodyPr>
          <a:lstStyle>
            <a:lvl1pPr marL="457200" lvl="0" indent="-228600" algn="l">
              <a:lnSpc>
                <a:spcPct val="100000"/>
              </a:lnSpc>
              <a:spcBef>
                <a:spcPts val="500"/>
              </a:spcBef>
              <a:spcAft>
                <a:spcPts val="0"/>
              </a:spcAft>
              <a:buClr>
                <a:srgbClr val="000000"/>
              </a:buClr>
              <a:buSzPts val="2400"/>
              <a:buFont typeface="Arial"/>
              <a:buNone/>
              <a:defRPr sz="2400" b="1"/>
            </a:lvl1pPr>
            <a:lvl2pPr marL="914400" lvl="1" indent="-228600" algn="l">
              <a:lnSpc>
                <a:spcPct val="100000"/>
              </a:lnSpc>
              <a:spcBef>
                <a:spcPts val="500"/>
              </a:spcBef>
              <a:spcAft>
                <a:spcPts val="0"/>
              </a:spcAft>
              <a:buClr>
                <a:srgbClr val="000000"/>
              </a:buClr>
              <a:buSzPts val="2400"/>
              <a:buFont typeface="Arial"/>
              <a:buNone/>
              <a:defRPr sz="2400" b="1"/>
            </a:lvl2pPr>
            <a:lvl3pPr marL="1371600" lvl="2" indent="-228600" algn="l">
              <a:lnSpc>
                <a:spcPct val="100000"/>
              </a:lnSpc>
              <a:spcBef>
                <a:spcPts val="500"/>
              </a:spcBef>
              <a:spcAft>
                <a:spcPts val="0"/>
              </a:spcAft>
              <a:buClr>
                <a:srgbClr val="000000"/>
              </a:buClr>
              <a:buSzPts val="2400"/>
              <a:buFont typeface="Arial"/>
              <a:buNone/>
              <a:defRPr sz="2400" b="1"/>
            </a:lvl3pPr>
            <a:lvl4pPr marL="1828800" lvl="3" indent="-228600" algn="l">
              <a:lnSpc>
                <a:spcPct val="100000"/>
              </a:lnSpc>
              <a:spcBef>
                <a:spcPts val="500"/>
              </a:spcBef>
              <a:spcAft>
                <a:spcPts val="0"/>
              </a:spcAft>
              <a:buClr>
                <a:srgbClr val="000000"/>
              </a:buClr>
              <a:buSzPts val="2400"/>
              <a:buFont typeface="Arial"/>
              <a:buNone/>
              <a:defRPr sz="2400" b="1"/>
            </a:lvl4pPr>
            <a:lvl5pPr marL="2286000" lvl="4" indent="-228600" algn="l">
              <a:lnSpc>
                <a:spcPct val="100000"/>
              </a:lnSpc>
              <a:spcBef>
                <a:spcPts val="500"/>
              </a:spcBef>
              <a:spcAft>
                <a:spcPts val="0"/>
              </a:spcAft>
              <a:buClr>
                <a:srgbClr val="000000"/>
              </a:buClr>
              <a:buSzPts val="2400"/>
              <a:buFont typeface="Arial"/>
              <a:buNone/>
              <a:defRPr sz="2400" b="1"/>
            </a:lvl5pPr>
            <a:lvl6pPr marL="2743200" lvl="5" indent="-342900" algn="l">
              <a:lnSpc>
                <a:spcPct val="100000"/>
              </a:lnSpc>
              <a:spcBef>
                <a:spcPts val="700"/>
              </a:spcBef>
              <a:spcAft>
                <a:spcPts val="0"/>
              </a:spcAft>
              <a:buClr>
                <a:srgbClr val="000000"/>
              </a:buClr>
              <a:buSzPts val="1800"/>
              <a:buChar char="•"/>
              <a:defRPr/>
            </a:lvl6pPr>
            <a:lvl7pPr marL="3200400" lvl="6" indent="-342900" algn="l">
              <a:lnSpc>
                <a:spcPct val="100000"/>
              </a:lnSpc>
              <a:spcBef>
                <a:spcPts val="700"/>
              </a:spcBef>
              <a:spcAft>
                <a:spcPts val="0"/>
              </a:spcAft>
              <a:buClr>
                <a:srgbClr val="000000"/>
              </a:buClr>
              <a:buSzPts val="1800"/>
              <a:buChar char="•"/>
              <a:defRPr/>
            </a:lvl7pPr>
            <a:lvl8pPr marL="3657600" lvl="7" indent="-342900" algn="l">
              <a:lnSpc>
                <a:spcPct val="100000"/>
              </a:lnSpc>
              <a:spcBef>
                <a:spcPts val="700"/>
              </a:spcBef>
              <a:spcAft>
                <a:spcPts val="0"/>
              </a:spcAft>
              <a:buClr>
                <a:srgbClr val="000000"/>
              </a:buClr>
              <a:buSzPts val="1800"/>
              <a:buChar char="•"/>
              <a:defRPr/>
            </a:lvl8pPr>
            <a:lvl9pPr marL="4114800" lvl="8" indent="-342900" algn="l">
              <a:lnSpc>
                <a:spcPct val="100000"/>
              </a:lnSpc>
              <a:spcBef>
                <a:spcPts val="700"/>
              </a:spcBef>
              <a:spcAft>
                <a:spcPts val="0"/>
              </a:spcAft>
              <a:buClr>
                <a:srgbClr val="000000"/>
              </a:buClr>
              <a:buSzPts val="1800"/>
              <a:buChar char="•"/>
              <a:defRPr/>
            </a:lvl9pPr>
          </a:lstStyle>
          <a:p>
            <a:endParaRPr/>
          </a:p>
        </p:txBody>
      </p:sp>
      <p:sp>
        <p:nvSpPr>
          <p:cNvPr id="98" name="Google Shape;98;p69"/>
          <p:cNvSpPr txBox="1">
            <a:spLocks noGrp="1"/>
          </p:cNvSpPr>
          <p:nvPr>
            <p:ph type="body" idx="2"/>
          </p:nvPr>
        </p:nvSpPr>
        <p:spPr>
          <a:xfrm>
            <a:off x="4645025" y="1535112"/>
            <a:ext cx="4041775" cy="827088"/>
          </a:xfrm>
          <a:prstGeom prst="rect">
            <a:avLst/>
          </a:prstGeom>
          <a:noFill/>
          <a:ln>
            <a:noFill/>
          </a:ln>
        </p:spPr>
        <p:txBody>
          <a:bodyPr spcFirstLastPara="1" wrap="square" lIns="45700" tIns="45700" rIns="45700" bIns="45700" anchor="b" anchorCtr="0">
            <a:normAutofit/>
          </a:bodyPr>
          <a:lstStyle>
            <a:lvl1pPr marL="457200" lvl="0" indent="-342900" algn="l">
              <a:lnSpc>
                <a:spcPct val="100000"/>
              </a:lnSpc>
              <a:spcBef>
                <a:spcPts val="700"/>
              </a:spcBef>
              <a:spcAft>
                <a:spcPts val="0"/>
              </a:spcAft>
              <a:buClr>
                <a:srgbClr val="000000"/>
              </a:buClr>
              <a:buSzPts val="1800"/>
              <a:buChar char="•"/>
              <a:defRPr/>
            </a:lvl1pPr>
            <a:lvl2pPr marL="914400" lvl="1" indent="-342900" algn="l">
              <a:lnSpc>
                <a:spcPct val="100000"/>
              </a:lnSpc>
              <a:spcBef>
                <a:spcPts val="700"/>
              </a:spcBef>
              <a:spcAft>
                <a:spcPts val="0"/>
              </a:spcAft>
              <a:buClr>
                <a:srgbClr val="000000"/>
              </a:buClr>
              <a:buSzPts val="1800"/>
              <a:buChar char="–"/>
              <a:defRPr/>
            </a:lvl2pPr>
            <a:lvl3pPr marL="1371600" lvl="2" indent="-342900" algn="l">
              <a:lnSpc>
                <a:spcPct val="100000"/>
              </a:lnSpc>
              <a:spcBef>
                <a:spcPts val="700"/>
              </a:spcBef>
              <a:spcAft>
                <a:spcPts val="0"/>
              </a:spcAft>
              <a:buClr>
                <a:srgbClr val="000000"/>
              </a:buClr>
              <a:buSzPts val="1800"/>
              <a:buChar char="•"/>
              <a:defRPr/>
            </a:lvl3pPr>
            <a:lvl4pPr marL="1828800" lvl="3" indent="-342900" algn="l">
              <a:lnSpc>
                <a:spcPct val="100000"/>
              </a:lnSpc>
              <a:spcBef>
                <a:spcPts val="700"/>
              </a:spcBef>
              <a:spcAft>
                <a:spcPts val="0"/>
              </a:spcAft>
              <a:buClr>
                <a:srgbClr val="000000"/>
              </a:buClr>
              <a:buSzPts val="1800"/>
              <a:buChar char="–"/>
              <a:defRPr/>
            </a:lvl4pPr>
            <a:lvl5pPr marL="2286000" lvl="4" indent="-342900" algn="l">
              <a:lnSpc>
                <a:spcPct val="100000"/>
              </a:lnSpc>
              <a:spcBef>
                <a:spcPts val="700"/>
              </a:spcBef>
              <a:spcAft>
                <a:spcPts val="0"/>
              </a:spcAft>
              <a:buClr>
                <a:srgbClr val="000000"/>
              </a:buClr>
              <a:buSzPts val="1800"/>
              <a:buChar char="»"/>
              <a:defRPr/>
            </a:lvl5pPr>
            <a:lvl6pPr marL="2743200" lvl="5" indent="-342900" algn="l">
              <a:lnSpc>
                <a:spcPct val="100000"/>
              </a:lnSpc>
              <a:spcBef>
                <a:spcPts val="700"/>
              </a:spcBef>
              <a:spcAft>
                <a:spcPts val="0"/>
              </a:spcAft>
              <a:buClr>
                <a:srgbClr val="000000"/>
              </a:buClr>
              <a:buSzPts val="1800"/>
              <a:buChar char="•"/>
              <a:defRPr/>
            </a:lvl6pPr>
            <a:lvl7pPr marL="3200400" lvl="6" indent="-342900" algn="l">
              <a:lnSpc>
                <a:spcPct val="100000"/>
              </a:lnSpc>
              <a:spcBef>
                <a:spcPts val="700"/>
              </a:spcBef>
              <a:spcAft>
                <a:spcPts val="0"/>
              </a:spcAft>
              <a:buClr>
                <a:srgbClr val="000000"/>
              </a:buClr>
              <a:buSzPts val="1800"/>
              <a:buChar char="•"/>
              <a:defRPr/>
            </a:lvl7pPr>
            <a:lvl8pPr marL="3657600" lvl="7" indent="-342900" algn="l">
              <a:lnSpc>
                <a:spcPct val="100000"/>
              </a:lnSpc>
              <a:spcBef>
                <a:spcPts val="700"/>
              </a:spcBef>
              <a:spcAft>
                <a:spcPts val="0"/>
              </a:spcAft>
              <a:buClr>
                <a:srgbClr val="000000"/>
              </a:buClr>
              <a:buSzPts val="1800"/>
              <a:buChar char="•"/>
              <a:defRPr/>
            </a:lvl8pPr>
            <a:lvl9pPr marL="4114800" lvl="8" indent="-342900" algn="l">
              <a:lnSpc>
                <a:spcPct val="100000"/>
              </a:lnSpc>
              <a:spcBef>
                <a:spcPts val="700"/>
              </a:spcBef>
              <a:spcAft>
                <a:spcPts val="0"/>
              </a:spcAft>
              <a:buClr>
                <a:srgbClr val="000000"/>
              </a:buClr>
              <a:buSzPts val="1800"/>
              <a:buChar char="•"/>
              <a:defRPr/>
            </a:lvl9pPr>
          </a:lstStyle>
          <a:p>
            <a:endParaRPr/>
          </a:p>
        </p:txBody>
      </p:sp>
      <p:sp>
        <p:nvSpPr>
          <p:cNvPr id="99" name="Google Shape;99;p69"/>
          <p:cNvSpPr txBox="1">
            <a:spLocks noGrp="1"/>
          </p:cNvSpPr>
          <p:nvPr>
            <p:ph type="sldNum" idx="12"/>
          </p:nvPr>
        </p:nvSpPr>
        <p:spPr>
          <a:xfrm>
            <a:off x="4419600" y="6172200"/>
            <a:ext cx="2133600" cy="368301"/>
          </a:xfrm>
          <a:prstGeom prst="rect">
            <a:avLst/>
          </a:prstGeom>
          <a:noFill/>
          <a:ln>
            <a:noFill/>
          </a:ln>
        </p:spPr>
        <p:txBody>
          <a:bodyPr spcFirstLastPara="1" wrap="square" lIns="45700" tIns="45700" rIns="45700" bIns="45700" anchor="ctr" anchorCtr="0">
            <a:spAutoFit/>
          </a:bodyPr>
          <a:lstStyle>
            <a:lvl1pPr marL="0" lvl="0"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1pPr>
            <a:lvl2pPr marL="0" lvl="1"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2pPr>
            <a:lvl3pPr marL="0" lvl="2"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3pPr>
            <a:lvl4pPr marL="0" lvl="3"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4pPr>
            <a:lvl5pPr marL="0" lvl="4"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5pPr>
            <a:lvl6pPr marL="0" lvl="5"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6pPr>
            <a:lvl7pPr marL="0" lvl="6"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7pPr>
            <a:lvl8pPr marL="0" lvl="7"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8pPr>
            <a:lvl9pPr marL="0" lvl="8"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p:cSld name="Blank">
    <p:bg>
      <p:bgPr>
        <a:solidFill>
          <a:srgbClr val="FFFFFF">
            <a:alpha val="72156"/>
          </a:srgbClr>
        </a:solidFill>
        <a:effectLst/>
      </p:bgPr>
    </p:bg>
    <p:spTree>
      <p:nvGrpSpPr>
        <p:cNvPr id="1" name="Shape 100"/>
        <p:cNvGrpSpPr/>
        <p:nvPr/>
      </p:nvGrpSpPr>
      <p:grpSpPr>
        <a:xfrm>
          <a:off x="0" y="0"/>
          <a:ext cx="0" cy="0"/>
          <a:chOff x="0" y="0"/>
          <a:chExt cx="0" cy="0"/>
        </a:xfrm>
      </p:grpSpPr>
      <p:grpSp>
        <p:nvGrpSpPr>
          <p:cNvPr id="101" name="Google Shape;101;p70"/>
          <p:cNvGrpSpPr/>
          <p:nvPr/>
        </p:nvGrpSpPr>
        <p:grpSpPr>
          <a:xfrm>
            <a:off x="-702671" y="-883443"/>
            <a:ext cx="10499751" cy="9147815"/>
            <a:chOff x="-702671" y="-883443"/>
            <a:chExt cx="10499751" cy="9147815"/>
          </a:xfrm>
        </p:grpSpPr>
        <p:pic>
          <p:nvPicPr>
            <p:cNvPr id="102" name="Google Shape;102;p70"/>
            <p:cNvPicPr preferRelativeResize="0"/>
            <p:nvPr/>
          </p:nvPicPr>
          <p:blipFill rotWithShape="1">
            <a:blip r:embed="rId2">
              <a:alphaModFix/>
            </a:blip>
            <a:srcRect/>
            <a:stretch/>
          </p:blipFill>
          <p:spPr>
            <a:xfrm rot="4121095">
              <a:off x="-211367" y="4076943"/>
              <a:ext cx="3329835" cy="3329835"/>
            </a:xfrm>
            <a:prstGeom prst="rect">
              <a:avLst/>
            </a:prstGeom>
            <a:noFill/>
            <a:ln>
              <a:noFill/>
            </a:ln>
          </p:spPr>
        </p:pic>
        <p:pic>
          <p:nvPicPr>
            <p:cNvPr id="103" name="Google Shape;103;p70"/>
            <p:cNvPicPr preferRelativeResize="0"/>
            <p:nvPr/>
          </p:nvPicPr>
          <p:blipFill rotWithShape="1">
            <a:blip r:embed="rId2">
              <a:alphaModFix/>
            </a:blip>
            <a:srcRect/>
            <a:stretch/>
          </p:blipFill>
          <p:spPr>
            <a:xfrm>
              <a:off x="5883072" y="4248324"/>
              <a:ext cx="3329835" cy="3329835"/>
            </a:xfrm>
            <a:prstGeom prst="rect">
              <a:avLst/>
            </a:prstGeom>
            <a:noFill/>
            <a:ln>
              <a:noFill/>
            </a:ln>
          </p:spPr>
        </p:pic>
        <p:pic>
          <p:nvPicPr>
            <p:cNvPr id="104" name="Google Shape;104;p70"/>
            <p:cNvPicPr preferRelativeResize="0"/>
            <p:nvPr/>
          </p:nvPicPr>
          <p:blipFill rotWithShape="1">
            <a:blip r:embed="rId2">
              <a:alphaModFix/>
            </a:blip>
            <a:srcRect/>
            <a:stretch/>
          </p:blipFill>
          <p:spPr>
            <a:xfrm>
              <a:off x="0" y="-654317"/>
              <a:ext cx="3329835" cy="3329835"/>
            </a:xfrm>
            <a:prstGeom prst="rect">
              <a:avLst/>
            </a:prstGeom>
            <a:noFill/>
            <a:ln>
              <a:noFill/>
            </a:ln>
          </p:spPr>
        </p:pic>
        <p:pic>
          <p:nvPicPr>
            <p:cNvPr id="105" name="Google Shape;105;p70"/>
            <p:cNvPicPr preferRelativeResize="0"/>
            <p:nvPr/>
          </p:nvPicPr>
          <p:blipFill rotWithShape="1">
            <a:blip r:embed="rId2">
              <a:alphaModFix/>
            </a:blip>
            <a:srcRect/>
            <a:stretch/>
          </p:blipFill>
          <p:spPr>
            <a:xfrm rot="4121095">
              <a:off x="5975941" y="-392139"/>
              <a:ext cx="3329835" cy="3329835"/>
            </a:xfrm>
            <a:prstGeom prst="rect">
              <a:avLst/>
            </a:prstGeom>
            <a:noFill/>
            <a:ln>
              <a:noFill/>
            </a:ln>
          </p:spPr>
        </p:pic>
        <p:grpSp>
          <p:nvGrpSpPr>
            <p:cNvPr id="106" name="Google Shape;106;p70"/>
            <p:cNvGrpSpPr/>
            <p:nvPr/>
          </p:nvGrpSpPr>
          <p:grpSpPr>
            <a:xfrm>
              <a:off x="-1" y="0"/>
              <a:ext cx="9144003" cy="6857673"/>
              <a:chOff x="-1" y="0"/>
              <a:chExt cx="9144003" cy="6857673"/>
            </a:xfrm>
          </p:grpSpPr>
          <p:grpSp>
            <p:nvGrpSpPr>
              <p:cNvPr id="107" name="Google Shape;107;p70"/>
              <p:cNvGrpSpPr/>
              <p:nvPr/>
            </p:nvGrpSpPr>
            <p:grpSpPr>
              <a:xfrm>
                <a:off x="-1" y="1295400"/>
                <a:ext cx="7010403" cy="46039"/>
                <a:chOff x="-1" y="0"/>
                <a:chExt cx="7010402" cy="46038"/>
              </a:xfrm>
            </p:grpSpPr>
            <p:sp>
              <p:nvSpPr>
                <p:cNvPr id="108" name="Google Shape;108;p70"/>
                <p:cNvSpPr/>
                <p:nvPr/>
              </p:nvSpPr>
              <p:spPr>
                <a:xfrm>
                  <a:off x="2362199" y="0"/>
                  <a:ext cx="2328865" cy="46038"/>
                </a:xfrm>
                <a:prstGeom prst="rect">
                  <a:avLst/>
                </a:prstGeom>
                <a:solidFill>
                  <a:srgbClr val="76C2E5"/>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09" name="Google Shape;109;p70"/>
                <p:cNvSpPr/>
                <p:nvPr/>
              </p:nvSpPr>
              <p:spPr>
                <a:xfrm>
                  <a:off x="-1" y="0"/>
                  <a:ext cx="2362201" cy="46038"/>
                </a:xfrm>
                <a:prstGeom prst="rect">
                  <a:avLst/>
                </a:prstGeom>
                <a:solidFill>
                  <a:srgbClr val="FCB017"/>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10" name="Google Shape;110;p70"/>
                <p:cNvSpPr/>
                <p:nvPr/>
              </p:nvSpPr>
              <p:spPr>
                <a:xfrm>
                  <a:off x="4681537" y="0"/>
                  <a:ext cx="2328864" cy="46038"/>
                </a:xfrm>
                <a:prstGeom prst="rect">
                  <a:avLst/>
                </a:prstGeom>
                <a:solidFill>
                  <a:srgbClr val="FF0000"/>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grpSp>
          <p:grpSp>
            <p:nvGrpSpPr>
              <p:cNvPr id="111" name="Google Shape;111;p70"/>
              <p:cNvGrpSpPr/>
              <p:nvPr/>
            </p:nvGrpSpPr>
            <p:grpSpPr>
              <a:xfrm>
                <a:off x="2133599" y="6553200"/>
                <a:ext cx="7010403" cy="46039"/>
                <a:chOff x="-1" y="0"/>
                <a:chExt cx="7010402" cy="46038"/>
              </a:xfrm>
            </p:grpSpPr>
            <p:sp>
              <p:nvSpPr>
                <p:cNvPr id="112" name="Google Shape;112;p70"/>
                <p:cNvSpPr/>
                <p:nvPr/>
              </p:nvSpPr>
              <p:spPr>
                <a:xfrm>
                  <a:off x="2362199" y="0"/>
                  <a:ext cx="2328865" cy="46038"/>
                </a:xfrm>
                <a:prstGeom prst="rect">
                  <a:avLst/>
                </a:prstGeom>
                <a:solidFill>
                  <a:srgbClr val="76C2E5"/>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13" name="Google Shape;113;p70"/>
                <p:cNvSpPr/>
                <p:nvPr/>
              </p:nvSpPr>
              <p:spPr>
                <a:xfrm>
                  <a:off x="-1" y="0"/>
                  <a:ext cx="2362201" cy="46038"/>
                </a:xfrm>
                <a:prstGeom prst="rect">
                  <a:avLst/>
                </a:prstGeom>
                <a:solidFill>
                  <a:srgbClr val="FCB017"/>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14" name="Google Shape;114;p70"/>
                <p:cNvSpPr/>
                <p:nvPr/>
              </p:nvSpPr>
              <p:spPr>
                <a:xfrm>
                  <a:off x="4681537" y="0"/>
                  <a:ext cx="2328864" cy="46038"/>
                </a:xfrm>
                <a:prstGeom prst="rect">
                  <a:avLst/>
                </a:prstGeom>
                <a:solidFill>
                  <a:srgbClr val="FF0000"/>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grpSp>
          <p:pic>
            <p:nvPicPr>
              <p:cNvPr id="115" name="Google Shape;115;p70" descr="Picture 14"/>
              <p:cNvPicPr preferRelativeResize="0"/>
              <p:nvPr/>
            </p:nvPicPr>
            <p:blipFill rotWithShape="1">
              <a:blip r:embed="rId3">
                <a:alphaModFix/>
              </a:blip>
              <a:srcRect t="2677" b="2676"/>
              <a:stretch/>
            </p:blipFill>
            <p:spPr>
              <a:xfrm>
                <a:off x="6629400" y="0"/>
                <a:ext cx="2193925" cy="692150"/>
              </a:xfrm>
              <a:prstGeom prst="rect">
                <a:avLst/>
              </a:prstGeom>
              <a:noFill/>
              <a:ln>
                <a:noFill/>
              </a:ln>
            </p:spPr>
          </p:pic>
          <p:sp>
            <p:nvSpPr>
              <p:cNvPr id="116" name="Google Shape;116;p70"/>
              <p:cNvSpPr txBox="1"/>
              <p:nvPr/>
            </p:nvSpPr>
            <p:spPr>
              <a:xfrm>
                <a:off x="3322319" y="6596063"/>
                <a:ext cx="5775962" cy="261610"/>
              </a:xfrm>
              <a:prstGeom prst="rect">
                <a:avLst/>
              </a:prstGeom>
              <a:noFill/>
              <a:ln>
                <a:noFill/>
              </a:ln>
            </p:spPr>
            <p:txBody>
              <a:bodyPr spcFirstLastPara="1" wrap="square" lIns="45700" tIns="45700" rIns="45700" bIns="45700" anchor="t" anchorCtr="0">
                <a:spAutoFit/>
              </a:bodyPr>
              <a:lstStyle/>
              <a:p>
                <a:pPr marL="0" marR="0" lvl="0" indent="0" algn="r" rtl="0">
                  <a:lnSpc>
                    <a:spcPct val="100000"/>
                  </a:lnSpc>
                  <a:spcBef>
                    <a:spcPts val="0"/>
                  </a:spcBef>
                  <a:spcAft>
                    <a:spcPts val="0"/>
                  </a:spcAft>
                  <a:buClr>
                    <a:srgbClr val="101141"/>
                  </a:buClr>
                  <a:buSzPts val="1100"/>
                  <a:buFont typeface="Arial"/>
                  <a:buNone/>
                </a:pPr>
                <a:r>
                  <a:rPr lang="en-US" sz="1100" b="1" i="0" u="none" strike="noStrike" cap="none">
                    <a:solidFill>
                      <a:srgbClr val="101141"/>
                    </a:solidFill>
                    <a:latin typeface="Arial"/>
                    <a:ea typeface="Arial"/>
                    <a:cs typeface="Arial"/>
                    <a:sym typeface="Arial"/>
                  </a:rPr>
                  <a:t>BITS </a:t>
                </a:r>
                <a:r>
                  <a:rPr lang="en-US" sz="1100" b="0" i="0" u="none" strike="noStrike" cap="none">
                    <a:solidFill>
                      <a:srgbClr val="101141"/>
                    </a:solidFill>
                    <a:latin typeface="Arial"/>
                    <a:ea typeface="Arial"/>
                    <a:cs typeface="Arial"/>
                    <a:sym typeface="Arial"/>
                  </a:rPr>
                  <a:t>Pilani, Deemed to be University under Section 3 of UGC Act, 1956</a:t>
                </a:r>
                <a:endParaRPr/>
              </a:p>
            </p:txBody>
          </p:sp>
        </p:grpSp>
        <p:pic>
          <p:nvPicPr>
            <p:cNvPr id="117" name="Google Shape;117;p70"/>
            <p:cNvPicPr preferRelativeResize="0"/>
            <p:nvPr/>
          </p:nvPicPr>
          <p:blipFill rotWithShape="1">
            <a:blip r:embed="rId4">
              <a:alphaModFix/>
            </a:blip>
            <a:srcRect/>
            <a:stretch/>
          </p:blipFill>
          <p:spPr>
            <a:xfrm>
              <a:off x="3866657" y="2807158"/>
              <a:ext cx="1410686" cy="1410686"/>
            </a:xfrm>
            <a:prstGeom prst="rect">
              <a:avLst/>
            </a:prstGeom>
            <a:noFill/>
            <a:ln>
              <a:noFill/>
            </a:ln>
          </p:spPr>
        </p:pic>
        <p:pic>
          <p:nvPicPr>
            <p:cNvPr id="118" name="Google Shape;118;p70"/>
            <p:cNvPicPr preferRelativeResize="0"/>
            <p:nvPr/>
          </p:nvPicPr>
          <p:blipFill rotWithShape="1">
            <a:blip r:embed="rId2">
              <a:alphaModFix/>
            </a:blip>
            <a:srcRect/>
            <a:stretch/>
          </p:blipFill>
          <p:spPr>
            <a:xfrm rot="1789776">
              <a:off x="1980952" y="2061094"/>
              <a:ext cx="5246055" cy="5246055"/>
            </a:xfrm>
            <a:prstGeom prst="rect">
              <a:avLst/>
            </a:prstGeom>
            <a:noFill/>
            <a:ln>
              <a:noFill/>
            </a:ln>
          </p:spPr>
        </p:pic>
      </p:grpSp>
      <p:sp>
        <p:nvSpPr>
          <p:cNvPr id="119" name="Google Shape;119;p70"/>
          <p:cNvSpPr txBox="1">
            <a:spLocks noGrp="1"/>
          </p:cNvSpPr>
          <p:nvPr>
            <p:ph type="body" idx="1"/>
          </p:nvPr>
        </p:nvSpPr>
        <p:spPr>
          <a:xfrm>
            <a:off x="304800" y="152400"/>
            <a:ext cx="6324600" cy="1143000"/>
          </a:xfrm>
          <a:prstGeom prst="rect">
            <a:avLst/>
          </a:prstGeom>
          <a:noFill/>
          <a:ln>
            <a:noFill/>
          </a:ln>
        </p:spPr>
        <p:txBody>
          <a:bodyPr spcFirstLastPara="1" wrap="square" lIns="45700" tIns="45700" rIns="45700" bIns="45700" anchor="ctr" anchorCtr="0">
            <a:normAutofit/>
          </a:bodyPr>
          <a:lstStyle>
            <a:lvl1pPr marL="457200" lvl="0" indent="-228600" algn="l">
              <a:lnSpc>
                <a:spcPct val="100000"/>
              </a:lnSpc>
              <a:spcBef>
                <a:spcPts val="0"/>
              </a:spcBef>
              <a:spcAft>
                <a:spcPts val="0"/>
              </a:spcAft>
              <a:buClr>
                <a:srgbClr val="000000"/>
              </a:buClr>
              <a:buSzPts val="3600"/>
              <a:buFont typeface="Arial"/>
              <a:buNone/>
              <a:defRPr sz="3600" b="1"/>
            </a:lvl1pPr>
            <a:lvl2pPr marL="914400" lvl="1" indent="-457200" algn="l">
              <a:lnSpc>
                <a:spcPct val="100000"/>
              </a:lnSpc>
              <a:spcBef>
                <a:spcPts val="0"/>
              </a:spcBef>
              <a:spcAft>
                <a:spcPts val="0"/>
              </a:spcAft>
              <a:buClr>
                <a:srgbClr val="000000"/>
              </a:buClr>
              <a:buSzPts val="3600"/>
              <a:buFont typeface="Arial"/>
              <a:buChar char="–"/>
              <a:defRPr sz="3600" b="1"/>
            </a:lvl2pPr>
            <a:lvl3pPr marL="1371600" lvl="2" indent="-457200" algn="l">
              <a:lnSpc>
                <a:spcPct val="100000"/>
              </a:lnSpc>
              <a:spcBef>
                <a:spcPts val="0"/>
              </a:spcBef>
              <a:spcAft>
                <a:spcPts val="0"/>
              </a:spcAft>
              <a:buClr>
                <a:srgbClr val="000000"/>
              </a:buClr>
              <a:buSzPts val="3600"/>
              <a:buFont typeface="Arial"/>
              <a:buChar char="•"/>
              <a:defRPr sz="3600" b="1"/>
            </a:lvl3pPr>
            <a:lvl4pPr marL="1828800" lvl="3" indent="-457200" algn="l">
              <a:lnSpc>
                <a:spcPct val="100000"/>
              </a:lnSpc>
              <a:spcBef>
                <a:spcPts val="0"/>
              </a:spcBef>
              <a:spcAft>
                <a:spcPts val="0"/>
              </a:spcAft>
              <a:buClr>
                <a:srgbClr val="000000"/>
              </a:buClr>
              <a:buSzPts val="3600"/>
              <a:buFont typeface="Arial"/>
              <a:buChar char="–"/>
              <a:defRPr sz="3600" b="1"/>
            </a:lvl4pPr>
            <a:lvl5pPr marL="2286000" lvl="4" indent="-457200" algn="l">
              <a:lnSpc>
                <a:spcPct val="100000"/>
              </a:lnSpc>
              <a:spcBef>
                <a:spcPts val="0"/>
              </a:spcBef>
              <a:spcAft>
                <a:spcPts val="0"/>
              </a:spcAft>
              <a:buClr>
                <a:srgbClr val="000000"/>
              </a:buClr>
              <a:buSzPts val="3600"/>
              <a:buFont typeface="Arial"/>
              <a:buChar char="»"/>
              <a:defRPr sz="3600" b="1"/>
            </a:lvl5pPr>
            <a:lvl6pPr marL="2743200" lvl="5" indent="-342900" algn="l">
              <a:lnSpc>
                <a:spcPct val="100000"/>
              </a:lnSpc>
              <a:spcBef>
                <a:spcPts val="700"/>
              </a:spcBef>
              <a:spcAft>
                <a:spcPts val="0"/>
              </a:spcAft>
              <a:buClr>
                <a:srgbClr val="000000"/>
              </a:buClr>
              <a:buSzPts val="1800"/>
              <a:buChar char="•"/>
              <a:defRPr/>
            </a:lvl6pPr>
            <a:lvl7pPr marL="3200400" lvl="6" indent="-342900" algn="l">
              <a:lnSpc>
                <a:spcPct val="100000"/>
              </a:lnSpc>
              <a:spcBef>
                <a:spcPts val="700"/>
              </a:spcBef>
              <a:spcAft>
                <a:spcPts val="0"/>
              </a:spcAft>
              <a:buClr>
                <a:srgbClr val="000000"/>
              </a:buClr>
              <a:buSzPts val="1800"/>
              <a:buChar char="•"/>
              <a:defRPr/>
            </a:lvl7pPr>
            <a:lvl8pPr marL="3657600" lvl="7" indent="-342900" algn="l">
              <a:lnSpc>
                <a:spcPct val="100000"/>
              </a:lnSpc>
              <a:spcBef>
                <a:spcPts val="700"/>
              </a:spcBef>
              <a:spcAft>
                <a:spcPts val="0"/>
              </a:spcAft>
              <a:buClr>
                <a:srgbClr val="000000"/>
              </a:buClr>
              <a:buSzPts val="1800"/>
              <a:buChar char="•"/>
              <a:defRPr/>
            </a:lvl8pPr>
            <a:lvl9pPr marL="4114800" lvl="8" indent="-342900" algn="l">
              <a:lnSpc>
                <a:spcPct val="100000"/>
              </a:lnSpc>
              <a:spcBef>
                <a:spcPts val="700"/>
              </a:spcBef>
              <a:spcAft>
                <a:spcPts val="0"/>
              </a:spcAft>
              <a:buClr>
                <a:srgbClr val="000000"/>
              </a:buClr>
              <a:buSzPts val="1800"/>
              <a:buChar char="•"/>
              <a:defRPr/>
            </a:lvl9pPr>
          </a:lstStyle>
          <a:p>
            <a:endParaRPr/>
          </a:p>
        </p:txBody>
      </p:sp>
      <p:sp>
        <p:nvSpPr>
          <p:cNvPr id="120" name="Google Shape;120;p70"/>
          <p:cNvSpPr txBox="1">
            <a:spLocks noGrp="1"/>
          </p:cNvSpPr>
          <p:nvPr>
            <p:ph type="sldNum" idx="12"/>
          </p:nvPr>
        </p:nvSpPr>
        <p:spPr>
          <a:xfrm>
            <a:off x="4419600" y="6172200"/>
            <a:ext cx="2133600" cy="368301"/>
          </a:xfrm>
          <a:prstGeom prst="rect">
            <a:avLst/>
          </a:prstGeom>
          <a:noFill/>
          <a:ln>
            <a:noFill/>
          </a:ln>
        </p:spPr>
        <p:txBody>
          <a:bodyPr spcFirstLastPara="1" wrap="square" lIns="45700" tIns="45700" rIns="45700" bIns="45700" anchor="ctr" anchorCtr="0">
            <a:spAutoFit/>
          </a:bodyPr>
          <a:lstStyle>
            <a:lvl1pPr marL="0" lvl="0"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1pPr>
            <a:lvl2pPr marL="0" lvl="1"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2pPr>
            <a:lvl3pPr marL="0" lvl="2"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3pPr>
            <a:lvl4pPr marL="0" lvl="3"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4pPr>
            <a:lvl5pPr marL="0" lvl="4"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5pPr>
            <a:lvl6pPr marL="0" lvl="5"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6pPr>
            <a:lvl7pPr marL="0" lvl="6"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7pPr>
            <a:lvl8pPr marL="0" lvl="7"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8pPr>
            <a:lvl9pPr marL="0" lvl="8"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p:cSld name="Content with Caption">
    <p:bg>
      <p:bgPr>
        <a:solidFill>
          <a:srgbClr val="FFFFFF"/>
        </a:solidFill>
        <a:effectLst/>
      </p:bgPr>
    </p:bg>
    <p:spTree>
      <p:nvGrpSpPr>
        <p:cNvPr id="1" name="Shape 121"/>
        <p:cNvGrpSpPr/>
        <p:nvPr/>
      </p:nvGrpSpPr>
      <p:grpSpPr>
        <a:xfrm>
          <a:off x="0" y="0"/>
          <a:ext cx="0" cy="0"/>
          <a:chOff x="0" y="0"/>
          <a:chExt cx="0" cy="0"/>
        </a:xfrm>
      </p:grpSpPr>
      <p:grpSp>
        <p:nvGrpSpPr>
          <p:cNvPr id="122" name="Google Shape;122;p71"/>
          <p:cNvGrpSpPr/>
          <p:nvPr/>
        </p:nvGrpSpPr>
        <p:grpSpPr>
          <a:xfrm>
            <a:off x="-702671" y="-883443"/>
            <a:ext cx="10499751" cy="9147815"/>
            <a:chOff x="-702671" y="-883443"/>
            <a:chExt cx="10499751" cy="9147815"/>
          </a:xfrm>
        </p:grpSpPr>
        <p:pic>
          <p:nvPicPr>
            <p:cNvPr id="123" name="Google Shape;123;p71"/>
            <p:cNvPicPr preferRelativeResize="0"/>
            <p:nvPr/>
          </p:nvPicPr>
          <p:blipFill rotWithShape="1">
            <a:blip r:embed="rId2">
              <a:alphaModFix/>
            </a:blip>
            <a:srcRect/>
            <a:stretch/>
          </p:blipFill>
          <p:spPr>
            <a:xfrm rot="4121095">
              <a:off x="-211367" y="4076943"/>
              <a:ext cx="3329835" cy="3329835"/>
            </a:xfrm>
            <a:prstGeom prst="rect">
              <a:avLst/>
            </a:prstGeom>
            <a:noFill/>
            <a:ln>
              <a:noFill/>
            </a:ln>
          </p:spPr>
        </p:pic>
        <p:pic>
          <p:nvPicPr>
            <p:cNvPr id="124" name="Google Shape;124;p71"/>
            <p:cNvPicPr preferRelativeResize="0"/>
            <p:nvPr/>
          </p:nvPicPr>
          <p:blipFill rotWithShape="1">
            <a:blip r:embed="rId2">
              <a:alphaModFix/>
            </a:blip>
            <a:srcRect/>
            <a:stretch/>
          </p:blipFill>
          <p:spPr>
            <a:xfrm>
              <a:off x="5883072" y="4248324"/>
              <a:ext cx="3329835" cy="3329835"/>
            </a:xfrm>
            <a:prstGeom prst="rect">
              <a:avLst/>
            </a:prstGeom>
            <a:noFill/>
            <a:ln>
              <a:noFill/>
            </a:ln>
          </p:spPr>
        </p:pic>
        <p:pic>
          <p:nvPicPr>
            <p:cNvPr id="125" name="Google Shape;125;p71"/>
            <p:cNvPicPr preferRelativeResize="0"/>
            <p:nvPr/>
          </p:nvPicPr>
          <p:blipFill rotWithShape="1">
            <a:blip r:embed="rId2">
              <a:alphaModFix/>
            </a:blip>
            <a:srcRect/>
            <a:stretch/>
          </p:blipFill>
          <p:spPr>
            <a:xfrm>
              <a:off x="0" y="-654317"/>
              <a:ext cx="3329835" cy="3329835"/>
            </a:xfrm>
            <a:prstGeom prst="rect">
              <a:avLst/>
            </a:prstGeom>
            <a:noFill/>
            <a:ln>
              <a:noFill/>
            </a:ln>
          </p:spPr>
        </p:pic>
        <p:pic>
          <p:nvPicPr>
            <p:cNvPr id="126" name="Google Shape;126;p71"/>
            <p:cNvPicPr preferRelativeResize="0"/>
            <p:nvPr/>
          </p:nvPicPr>
          <p:blipFill rotWithShape="1">
            <a:blip r:embed="rId2">
              <a:alphaModFix/>
            </a:blip>
            <a:srcRect/>
            <a:stretch/>
          </p:blipFill>
          <p:spPr>
            <a:xfrm rot="4121095">
              <a:off x="5975941" y="-392139"/>
              <a:ext cx="3329835" cy="3329835"/>
            </a:xfrm>
            <a:prstGeom prst="rect">
              <a:avLst/>
            </a:prstGeom>
            <a:noFill/>
            <a:ln>
              <a:noFill/>
            </a:ln>
          </p:spPr>
        </p:pic>
        <p:grpSp>
          <p:nvGrpSpPr>
            <p:cNvPr id="127" name="Google Shape;127;p71"/>
            <p:cNvGrpSpPr/>
            <p:nvPr/>
          </p:nvGrpSpPr>
          <p:grpSpPr>
            <a:xfrm>
              <a:off x="-1" y="0"/>
              <a:ext cx="9144003" cy="6857673"/>
              <a:chOff x="-1" y="0"/>
              <a:chExt cx="9144003" cy="6857673"/>
            </a:xfrm>
          </p:grpSpPr>
          <p:grpSp>
            <p:nvGrpSpPr>
              <p:cNvPr id="128" name="Google Shape;128;p71"/>
              <p:cNvGrpSpPr/>
              <p:nvPr/>
            </p:nvGrpSpPr>
            <p:grpSpPr>
              <a:xfrm>
                <a:off x="-1" y="1295400"/>
                <a:ext cx="7010403" cy="46039"/>
                <a:chOff x="-1" y="0"/>
                <a:chExt cx="7010402" cy="46038"/>
              </a:xfrm>
            </p:grpSpPr>
            <p:sp>
              <p:nvSpPr>
                <p:cNvPr id="129" name="Google Shape;129;p71"/>
                <p:cNvSpPr/>
                <p:nvPr/>
              </p:nvSpPr>
              <p:spPr>
                <a:xfrm>
                  <a:off x="2362199" y="0"/>
                  <a:ext cx="2328865" cy="46038"/>
                </a:xfrm>
                <a:prstGeom prst="rect">
                  <a:avLst/>
                </a:prstGeom>
                <a:solidFill>
                  <a:srgbClr val="76C2E5"/>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30" name="Google Shape;130;p71"/>
                <p:cNvSpPr/>
                <p:nvPr/>
              </p:nvSpPr>
              <p:spPr>
                <a:xfrm>
                  <a:off x="-1" y="0"/>
                  <a:ext cx="2362201" cy="46038"/>
                </a:xfrm>
                <a:prstGeom prst="rect">
                  <a:avLst/>
                </a:prstGeom>
                <a:solidFill>
                  <a:srgbClr val="FCB017"/>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31" name="Google Shape;131;p71"/>
                <p:cNvSpPr/>
                <p:nvPr/>
              </p:nvSpPr>
              <p:spPr>
                <a:xfrm>
                  <a:off x="4681537" y="0"/>
                  <a:ext cx="2328864" cy="46038"/>
                </a:xfrm>
                <a:prstGeom prst="rect">
                  <a:avLst/>
                </a:prstGeom>
                <a:solidFill>
                  <a:srgbClr val="FF0000"/>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grpSp>
          <p:grpSp>
            <p:nvGrpSpPr>
              <p:cNvPr id="132" name="Google Shape;132;p71"/>
              <p:cNvGrpSpPr/>
              <p:nvPr/>
            </p:nvGrpSpPr>
            <p:grpSpPr>
              <a:xfrm>
                <a:off x="2133599" y="6553200"/>
                <a:ext cx="7010403" cy="46039"/>
                <a:chOff x="-1" y="0"/>
                <a:chExt cx="7010402" cy="46038"/>
              </a:xfrm>
            </p:grpSpPr>
            <p:sp>
              <p:nvSpPr>
                <p:cNvPr id="133" name="Google Shape;133;p71"/>
                <p:cNvSpPr/>
                <p:nvPr/>
              </p:nvSpPr>
              <p:spPr>
                <a:xfrm>
                  <a:off x="2362199" y="0"/>
                  <a:ext cx="2328865" cy="46038"/>
                </a:xfrm>
                <a:prstGeom prst="rect">
                  <a:avLst/>
                </a:prstGeom>
                <a:solidFill>
                  <a:srgbClr val="76C2E5"/>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34" name="Google Shape;134;p71"/>
                <p:cNvSpPr/>
                <p:nvPr/>
              </p:nvSpPr>
              <p:spPr>
                <a:xfrm>
                  <a:off x="-1" y="0"/>
                  <a:ext cx="2362201" cy="46038"/>
                </a:xfrm>
                <a:prstGeom prst="rect">
                  <a:avLst/>
                </a:prstGeom>
                <a:solidFill>
                  <a:srgbClr val="FCB017"/>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35" name="Google Shape;135;p71"/>
                <p:cNvSpPr/>
                <p:nvPr/>
              </p:nvSpPr>
              <p:spPr>
                <a:xfrm>
                  <a:off x="4681537" y="0"/>
                  <a:ext cx="2328864" cy="46038"/>
                </a:xfrm>
                <a:prstGeom prst="rect">
                  <a:avLst/>
                </a:prstGeom>
                <a:solidFill>
                  <a:srgbClr val="FF0000"/>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grpSp>
          <p:pic>
            <p:nvPicPr>
              <p:cNvPr id="136" name="Google Shape;136;p71" descr="Picture 14"/>
              <p:cNvPicPr preferRelativeResize="0"/>
              <p:nvPr/>
            </p:nvPicPr>
            <p:blipFill rotWithShape="1">
              <a:blip r:embed="rId3">
                <a:alphaModFix/>
              </a:blip>
              <a:srcRect t="2677" b="2676"/>
              <a:stretch/>
            </p:blipFill>
            <p:spPr>
              <a:xfrm>
                <a:off x="6629400" y="0"/>
                <a:ext cx="2193925" cy="692150"/>
              </a:xfrm>
              <a:prstGeom prst="rect">
                <a:avLst/>
              </a:prstGeom>
              <a:noFill/>
              <a:ln>
                <a:noFill/>
              </a:ln>
            </p:spPr>
          </p:pic>
          <p:sp>
            <p:nvSpPr>
              <p:cNvPr id="137" name="Google Shape;137;p71"/>
              <p:cNvSpPr txBox="1"/>
              <p:nvPr/>
            </p:nvSpPr>
            <p:spPr>
              <a:xfrm>
                <a:off x="3322319" y="6596063"/>
                <a:ext cx="5775962" cy="261610"/>
              </a:xfrm>
              <a:prstGeom prst="rect">
                <a:avLst/>
              </a:prstGeom>
              <a:noFill/>
              <a:ln>
                <a:noFill/>
              </a:ln>
            </p:spPr>
            <p:txBody>
              <a:bodyPr spcFirstLastPara="1" wrap="square" lIns="45700" tIns="45700" rIns="45700" bIns="45700" anchor="t" anchorCtr="0">
                <a:spAutoFit/>
              </a:bodyPr>
              <a:lstStyle/>
              <a:p>
                <a:pPr marL="0" marR="0" lvl="0" indent="0" algn="r" rtl="0">
                  <a:lnSpc>
                    <a:spcPct val="100000"/>
                  </a:lnSpc>
                  <a:spcBef>
                    <a:spcPts val="0"/>
                  </a:spcBef>
                  <a:spcAft>
                    <a:spcPts val="0"/>
                  </a:spcAft>
                  <a:buClr>
                    <a:srgbClr val="101141"/>
                  </a:buClr>
                  <a:buSzPts val="1100"/>
                  <a:buFont typeface="Arial"/>
                  <a:buNone/>
                </a:pPr>
                <a:r>
                  <a:rPr lang="en-US" sz="1100" b="1" i="0" u="none" strike="noStrike" cap="none">
                    <a:solidFill>
                      <a:srgbClr val="101141"/>
                    </a:solidFill>
                    <a:latin typeface="Arial"/>
                    <a:ea typeface="Arial"/>
                    <a:cs typeface="Arial"/>
                    <a:sym typeface="Arial"/>
                  </a:rPr>
                  <a:t>BITS </a:t>
                </a:r>
                <a:r>
                  <a:rPr lang="en-US" sz="1100" b="0" i="0" u="none" strike="noStrike" cap="none">
                    <a:solidFill>
                      <a:srgbClr val="101141"/>
                    </a:solidFill>
                    <a:latin typeface="Arial"/>
                    <a:ea typeface="Arial"/>
                    <a:cs typeface="Arial"/>
                    <a:sym typeface="Arial"/>
                  </a:rPr>
                  <a:t>Pilani, Deemed to be University under Section 3 of UGC Act, 1956</a:t>
                </a:r>
                <a:endParaRPr/>
              </a:p>
            </p:txBody>
          </p:sp>
        </p:grpSp>
        <p:pic>
          <p:nvPicPr>
            <p:cNvPr id="138" name="Google Shape;138;p71"/>
            <p:cNvPicPr preferRelativeResize="0"/>
            <p:nvPr/>
          </p:nvPicPr>
          <p:blipFill rotWithShape="1">
            <a:blip r:embed="rId4">
              <a:alphaModFix/>
            </a:blip>
            <a:srcRect/>
            <a:stretch/>
          </p:blipFill>
          <p:spPr>
            <a:xfrm>
              <a:off x="3866657" y="2807158"/>
              <a:ext cx="1410686" cy="1410686"/>
            </a:xfrm>
            <a:prstGeom prst="rect">
              <a:avLst/>
            </a:prstGeom>
            <a:noFill/>
            <a:ln>
              <a:noFill/>
            </a:ln>
          </p:spPr>
        </p:pic>
        <p:pic>
          <p:nvPicPr>
            <p:cNvPr id="139" name="Google Shape;139;p71"/>
            <p:cNvPicPr preferRelativeResize="0"/>
            <p:nvPr/>
          </p:nvPicPr>
          <p:blipFill rotWithShape="1">
            <a:blip r:embed="rId2">
              <a:alphaModFix/>
            </a:blip>
            <a:srcRect/>
            <a:stretch/>
          </p:blipFill>
          <p:spPr>
            <a:xfrm rot="1789776">
              <a:off x="1980952" y="2061094"/>
              <a:ext cx="5246055" cy="5246055"/>
            </a:xfrm>
            <a:prstGeom prst="rect">
              <a:avLst/>
            </a:prstGeom>
            <a:noFill/>
            <a:ln>
              <a:noFill/>
            </a:ln>
          </p:spPr>
        </p:pic>
      </p:grpSp>
      <p:sp>
        <p:nvSpPr>
          <p:cNvPr id="140" name="Google Shape;140;p71"/>
          <p:cNvSpPr txBox="1">
            <a:spLocks noGrp="1"/>
          </p:cNvSpPr>
          <p:nvPr>
            <p:ph type="body" idx="1"/>
          </p:nvPr>
        </p:nvSpPr>
        <p:spPr>
          <a:xfrm>
            <a:off x="3575050" y="1600200"/>
            <a:ext cx="5111750" cy="4525963"/>
          </a:xfrm>
          <a:prstGeom prst="rect">
            <a:avLst/>
          </a:prstGeom>
          <a:noFill/>
          <a:ln>
            <a:noFill/>
          </a:ln>
        </p:spPr>
        <p:txBody>
          <a:bodyPr spcFirstLastPara="1" wrap="square" lIns="45700" tIns="45700" rIns="45700" bIns="45700" anchor="t" anchorCtr="0">
            <a:normAutofit/>
          </a:bodyPr>
          <a:lstStyle>
            <a:lvl1pPr marL="457200" lvl="0" indent="-342900" algn="l">
              <a:lnSpc>
                <a:spcPct val="100000"/>
              </a:lnSpc>
              <a:spcBef>
                <a:spcPts val="700"/>
              </a:spcBef>
              <a:spcAft>
                <a:spcPts val="0"/>
              </a:spcAft>
              <a:buClr>
                <a:srgbClr val="000000"/>
              </a:buClr>
              <a:buSzPts val="1800"/>
              <a:buChar char="•"/>
              <a:defRPr/>
            </a:lvl1pPr>
            <a:lvl2pPr marL="914400" lvl="1" indent="-342900" algn="l">
              <a:lnSpc>
                <a:spcPct val="100000"/>
              </a:lnSpc>
              <a:spcBef>
                <a:spcPts val="700"/>
              </a:spcBef>
              <a:spcAft>
                <a:spcPts val="0"/>
              </a:spcAft>
              <a:buClr>
                <a:srgbClr val="000000"/>
              </a:buClr>
              <a:buSzPts val="1800"/>
              <a:buChar char="–"/>
              <a:defRPr/>
            </a:lvl2pPr>
            <a:lvl3pPr marL="1371600" lvl="2" indent="-342900" algn="l">
              <a:lnSpc>
                <a:spcPct val="100000"/>
              </a:lnSpc>
              <a:spcBef>
                <a:spcPts val="700"/>
              </a:spcBef>
              <a:spcAft>
                <a:spcPts val="0"/>
              </a:spcAft>
              <a:buClr>
                <a:srgbClr val="000000"/>
              </a:buClr>
              <a:buSzPts val="1800"/>
              <a:buChar char="•"/>
              <a:defRPr/>
            </a:lvl3pPr>
            <a:lvl4pPr marL="1828800" lvl="3" indent="-342900" algn="l">
              <a:lnSpc>
                <a:spcPct val="100000"/>
              </a:lnSpc>
              <a:spcBef>
                <a:spcPts val="700"/>
              </a:spcBef>
              <a:spcAft>
                <a:spcPts val="0"/>
              </a:spcAft>
              <a:buClr>
                <a:srgbClr val="000000"/>
              </a:buClr>
              <a:buSzPts val="1800"/>
              <a:buChar char="–"/>
              <a:defRPr/>
            </a:lvl4pPr>
            <a:lvl5pPr marL="2286000" lvl="4" indent="-342900" algn="l">
              <a:lnSpc>
                <a:spcPct val="100000"/>
              </a:lnSpc>
              <a:spcBef>
                <a:spcPts val="700"/>
              </a:spcBef>
              <a:spcAft>
                <a:spcPts val="0"/>
              </a:spcAft>
              <a:buClr>
                <a:srgbClr val="000000"/>
              </a:buClr>
              <a:buSzPts val="1800"/>
              <a:buChar char="»"/>
              <a:defRPr/>
            </a:lvl5pPr>
            <a:lvl6pPr marL="2743200" lvl="5" indent="-342900" algn="l">
              <a:lnSpc>
                <a:spcPct val="100000"/>
              </a:lnSpc>
              <a:spcBef>
                <a:spcPts val="700"/>
              </a:spcBef>
              <a:spcAft>
                <a:spcPts val="0"/>
              </a:spcAft>
              <a:buClr>
                <a:srgbClr val="000000"/>
              </a:buClr>
              <a:buSzPts val="1800"/>
              <a:buChar char="•"/>
              <a:defRPr/>
            </a:lvl6pPr>
            <a:lvl7pPr marL="3200400" lvl="6" indent="-342900" algn="l">
              <a:lnSpc>
                <a:spcPct val="100000"/>
              </a:lnSpc>
              <a:spcBef>
                <a:spcPts val="700"/>
              </a:spcBef>
              <a:spcAft>
                <a:spcPts val="0"/>
              </a:spcAft>
              <a:buClr>
                <a:srgbClr val="000000"/>
              </a:buClr>
              <a:buSzPts val="1800"/>
              <a:buChar char="•"/>
              <a:defRPr/>
            </a:lvl7pPr>
            <a:lvl8pPr marL="3657600" lvl="7" indent="-342900" algn="l">
              <a:lnSpc>
                <a:spcPct val="100000"/>
              </a:lnSpc>
              <a:spcBef>
                <a:spcPts val="700"/>
              </a:spcBef>
              <a:spcAft>
                <a:spcPts val="0"/>
              </a:spcAft>
              <a:buClr>
                <a:srgbClr val="000000"/>
              </a:buClr>
              <a:buSzPts val="1800"/>
              <a:buChar char="•"/>
              <a:defRPr/>
            </a:lvl8pPr>
            <a:lvl9pPr marL="4114800" lvl="8" indent="-342900" algn="l">
              <a:lnSpc>
                <a:spcPct val="100000"/>
              </a:lnSpc>
              <a:spcBef>
                <a:spcPts val="700"/>
              </a:spcBef>
              <a:spcAft>
                <a:spcPts val="0"/>
              </a:spcAft>
              <a:buClr>
                <a:srgbClr val="000000"/>
              </a:buClr>
              <a:buSzPts val="1800"/>
              <a:buChar char="•"/>
              <a:defRPr/>
            </a:lvl9pPr>
          </a:lstStyle>
          <a:p>
            <a:endParaRPr/>
          </a:p>
        </p:txBody>
      </p:sp>
      <p:sp>
        <p:nvSpPr>
          <p:cNvPr id="141" name="Google Shape;141;p71"/>
          <p:cNvSpPr txBox="1">
            <a:spLocks noGrp="1"/>
          </p:cNvSpPr>
          <p:nvPr>
            <p:ph type="body" idx="2"/>
          </p:nvPr>
        </p:nvSpPr>
        <p:spPr>
          <a:xfrm>
            <a:off x="457199" y="1600200"/>
            <a:ext cx="3008315" cy="4525963"/>
          </a:xfrm>
          <a:prstGeom prst="rect">
            <a:avLst/>
          </a:prstGeom>
          <a:noFill/>
          <a:ln>
            <a:noFill/>
          </a:ln>
        </p:spPr>
        <p:txBody>
          <a:bodyPr spcFirstLastPara="1" wrap="square" lIns="45700" tIns="45700" rIns="45700" bIns="45700" anchor="t" anchorCtr="0">
            <a:normAutofit/>
          </a:bodyPr>
          <a:lstStyle>
            <a:lvl1pPr marL="457200" lvl="0" indent="-342900" algn="l">
              <a:lnSpc>
                <a:spcPct val="100000"/>
              </a:lnSpc>
              <a:spcBef>
                <a:spcPts val="700"/>
              </a:spcBef>
              <a:spcAft>
                <a:spcPts val="0"/>
              </a:spcAft>
              <a:buClr>
                <a:srgbClr val="000000"/>
              </a:buClr>
              <a:buSzPts val="1800"/>
              <a:buChar char="•"/>
              <a:defRPr/>
            </a:lvl1pPr>
            <a:lvl2pPr marL="914400" lvl="1" indent="-342900" algn="l">
              <a:lnSpc>
                <a:spcPct val="100000"/>
              </a:lnSpc>
              <a:spcBef>
                <a:spcPts val="700"/>
              </a:spcBef>
              <a:spcAft>
                <a:spcPts val="0"/>
              </a:spcAft>
              <a:buClr>
                <a:srgbClr val="000000"/>
              </a:buClr>
              <a:buSzPts val="1800"/>
              <a:buChar char="–"/>
              <a:defRPr/>
            </a:lvl2pPr>
            <a:lvl3pPr marL="1371600" lvl="2" indent="-342900" algn="l">
              <a:lnSpc>
                <a:spcPct val="100000"/>
              </a:lnSpc>
              <a:spcBef>
                <a:spcPts val="700"/>
              </a:spcBef>
              <a:spcAft>
                <a:spcPts val="0"/>
              </a:spcAft>
              <a:buClr>
                <a:srgbClr val="000000"/>
              </a:buClr>
              <a:buSzPts val="1800"/>
              <a:buChar char="•"/>
              <a:defRPr/>
            </a:lvl3pPr>
            <a:lvl4pPr marL="1828800" lvl="3" indent="-342900" algn="l">
              <a:lnSpc>
                <a:spcPct val="100000"/>
              </a:lnSpc>
              <a:spcBef>
                <a:spcPts val="700"/>
              </a:spcBef>
              <a:spcAft>
                <a:spcPts val="0"/>
              </a:spcAft>
              <a:buClr>
                <a:srgbClr val="000000"/>
              </a:buClr>
              <a:buSzPts val="1800"/>
              <a:buChar char="–"/>
              <a:defRPr/>
            </a:lvl4pPr>
            <a:lvl5pPr marL="2286000" lvl="4" indent="-342900" algn="l">
              <a:lnSpc>
                <a:spcPct val="100000"/>
              </a:lnSpc>
              <a:spcBef>
                <a:spcPts val="700"/>
              </a:spcBef>
              <a:spcAft>
                <a:spcPts val="0"/>
              </a:spcAft>
              <a:buClr>
                <a:srgbClr val="000000"/>
              </a:buClr>
              <a:buSzPts val="1800"/>
              <a:buChar char="»"/>
              <a:defRPr/>
            </a:lvl5pPr>
            <a:lvl6pPr marL="2743200" lvl="5" indent="-342900" algn="l">
              <a:lnSpc>
                <a:spcPct val="100000"/>
              </a:lnSpc>
              <a:spcBef>
                <a:spcPts val="700"/>
              </a:spcBef>
              <a:spcAft>
                <a:spcPts val="0"/>
              </a:spcAft>
              <a:buClr>
                <a:srgbClr val="000000"/>
              </a:buClr>
              <a:buSzPts val="1800"/>
              <a:buChar char="•"/>
              <a:defRPr/>
            </a:lvl6pPr>
            <a:lvl7pPr marL="3200400" lvl="6" indent="-342900" algn="l">
              <a:lnSpc>
                <a:spcPct val="100000"/>
              </a:lnSpc>
              <a:spcBef>
                <a:spcPts val="700"/>
              </a:spcBef>
              <a:spcAft>
                <a:spcPts val="0"/>
              </a:spcAft>
              <a:buClr>
                <a:srgbClr val="000000"/>
              </a:buClr>
              <a:buSzPts val="1800"/>
              <a:buChar char="•"/>
              <a:defRPr/>
            </a:lvl7pPr>
            <a:lvl8pPr marL="3657600" lvl="7" indent="-342900" algn="l">
              <a:lnSpc>
                <a:spcPct val="100000"/>
              </a:lnSpc>
              <a:spcBef>
                <a:spcPts val="700"/>
              </a:spcBef>
              <a:spcAft>
                <a:spcPts val="0"/>
              </a:spcAft>
              <a:buClr>
                <a:srgbClr val="000000"/>
              </a:buClr>
              <a:buSzPts val="1800"/>
              <a:buChar char="•"/>
              <a:defRPr/>
            </a:lvl8pPr>
            <a:lvl9pPr marL="4114800" lvl="8" indent="-342900" algn="l">
              <a:lnSpc>
                <a:spcPct val="100000"/>
              </a:lnSpc>
              <a:spcBef>
                <a:spcPts val="700"/>
              </a:spcBef>
              <a:spcAft>
                <a:spcPts val="0"/>
              </a:spcAft>
              <a:buClr>
                <a:srgbClr val="000000"/>
              </a:buClr>
              <a:buSzPts val="1800"/>
              <a:buChar char="•"/>
              <a:defRPr/>
            </a:lvl9pPr>
          </a:lstStyle>
          <a:p>
            <a:endParaRPr/>
          </a:p>
        </p:txBody>
      </p:sp>
      <p:sp>
        <p:nvSpPr>
          <p:cNvPr id="142" name="Google Shape;142;p71"/>
          <p:cNvSpPr txBox="1">
            <a:spLocks noGrp="1"/>
          </p:cNvSpPr>
          <p:nvPr>
            <p:ph type="sldNum" idx="12"/>
          </p:nvPr>
        </p:nvSpPr>
        <p:spPr>
          <a:xfrm>
            <a:off x="4419600" y="6172200"/>
            <a:ext cx="2133600" cy="368301"/>
          </a:xfrm>
          <a:prstGeom prst="rect">
            <a:avLst/>
          </a:prstGeom>
          <a:noFill/>
          <a:ln>
            <a:noFill/>
          </a:ln>
        </p:spPr>
        <p:txBody>
          <a:bodyPr spcFirstLastPara="1" wrap="square" lIns="45700" tIns="45700" rIns="45700" bIns="45700" anchor="ctr" anchorCtr="0">
            <a:spAutoFit/>
          </a:bodyPr>
          <a:lstStyle>
            <a:lvl1pPr marL="0" lvl="0"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1pPr>
            <a:lvl2pPr marL="0" lvl="1"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2pPr>
            <a:lvl3pPr marL="0" lvl="2"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3pPr>
            <a:lvl4pPr marL="0" lvl="3"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4pPr>
            <a:lvl5pPr marL="0" lvl="4"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5pPr>
            <a:lvl6pPr marL="0" lvl="5"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6pPr>
            <a:lvl7pPr marL="0" lvl="6"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7pPr>
            <a:lvl8pPr marL="0" lvl="7"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8pPr>
            <a:lvl9pPr marL="0" lvl="8"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p:cSld name="Picture with Caption">
    <p:bg>
      <p:bgPr>
        <a:solidFill>
          <a:srgbClr val="FFFFFF"/>
        </a:solidFill>
        <a:effectLst/>
      </p:bgPr>
    </p:bg>
    <p:spTree>
      <p:nvGrpSpPr>
        <p:cNvPr id="1" name="Shape 143"/>
        <p:cNvGrpSpPr/>
        <p:nvPr/>
      </p:nvGrpSpPr>
      <p:grpSpPr>
        <a:xfrm>
          <a:off x="0" y="0"/>
          <a:ext cx="0" cy="0"/>
          <a:chOff x="0" y="0"/>
          <a:chExt cx="0" cy="0"/>
        </a:xfrm>
      </p:grpSpPr>
      <p:grpSp>
        <p:nvGrpSpPr>
          <p:cNvPr id="144" name="Google Shape;144;p72"/>
          <p:cNvGrpSpPr/>
          <p:nvPr/>
        </p:nvGrpSpPr>
        <p:grpSpPr>
          <a:xfrm>
            <a:off x="-702671" y="-883443"/>
            <a:ext cx="10499751" cy="9147815"/>
            <a:chOff x="-702671" y="-883443"/>
            <a:chExt cx="10499751" cy="9147815"/>
          </a:xfrm>
        </p:grpSpPr>
        <p:pic>
          <p:nvPicPr>
            <p:cNvPr id="145" name="Google Shape;145;p72"/>
            <p:cNvPicPr preferRelativeResize="0"/>
            <p:nvPr/>
          </p:nvPicPr>
          <p:blipFill rotWithShape="1">
            <a:blip r:embed="rId2">
              <a:alphaModFix/>
            </a:blip>
            <a:srcRect/>
            <a:stretch/>
          </p:blipFill>
          <p:spPr>
            <a:xfrm rot="4121095">
              <a:off x="-211367" y="4076943"/>
              <a:ext cx="3329835" cy="3329835"/>
            </a:xfrm>
            <a:prstGeom prst="rect">
              <a:avLst/>
            </a:prstGeom>
            <a:noFill/>
            <a:ln>
              <a:noFill/>
            </a:ln>
          </p:spPr>
        </p:pic>
        <p:pic>
          <p:nvPicPr>
            <p:cNvPr id="146" name="Google Shape;146;p72"/>
            <p:cNvPicPr preferRelativeResize="0"/>
            <p:nvPr/>
          </p:nvPicPr>
          <p:blipFill rotWithShape="1">
            <a:blip r:embed="rId2">
              <a:alphaModFix/>
            </a:blip>
            <a:srcRect/>
            <a:stretch/>
          </p:blipFill>
          <p:spPr>
            <a:xfrm>
              <a:off x="5883072" y="4248324"/>
              <a:ext cx="3329835" cy="3329835"/>
            </a:xfrm>
            <a:prstGeom prst="rect">
              <a:avLst/>
            </a:prstGeom>
            <a:noFill/>
            <a:ln>
              <a:noFill/>
            </a:ln>
          </p:spPr>
        </p:pic>
        <p:pic>
          <p:nvPicPr>
            <p:cNvPr id="147" name="Google Shape;147;p72"/>
            <p:cNvPicPr preferRelativeResize="0"/>
            <p:nvPr/>
          </p:nvPicPr>
          <p:blipFill rotWithShape="1">
            <a:blip r:embed="rId2">
              <a:alphaModFix/>
            </a:blip>
            <a:srcRect/>
            <a:stretch/>
          </p:blipFill>
          <p:spPr>
            <a:xfrm>
              <a:off x="0" y="-654317"/>
              <a:ext cx="3329835" cy="3329835"/>
            </a:xfrm>
            <a:prstGeom prst="rect">
              <a:avLst/>
            </a:prstGeom>
            <a:noFill/>
            <a:ln>
              <a:noFill/>
            </a:ln>
          </p:spPr>
        </p:pic>
        <p:pic>
          <p:nvPicPr>
            <p:cNvPr id="148" name="Google Shape;148;p72"/>
            <p:cNvPicPr preferRelativeResize="0"/>
            <p:nvPr/>
          </p:nvPicPr>
          <p:blipFill rotWithShape="1">
            <a:blip r:embed="rId2">
              <a:alphaModFix/>
            </a:blip>
            <a:srcRect/>
            <a:stretch/>
          </p:blipFill>
          <p:spPr>
            <a:xfrm rot="4121095">
              <a:off x="5975941" y="-392139"/>
              <a:ext cx="3329835" cy="3329835"/>
            </a:xfrm>
            <a:prstGeom prst="rect">
              <a:avLst/>
            </a:prstGeom>
            <a:noFill/>
            <a:ln>
              <a:noFill/>
            </a:ln>
          </p:spPr>
        </p:pic>
        <p:grpSp>
          <p:nvGrpSpPr>
            <p:cNvPr id="149" name="Google Shape;149;p72"/>
            <p:cNvGrpSpPr/>
            <p:nvPr/>
          </p:nvGrpSpPr>
          <p:grpSpPr>
            <a:xfrm>
              <a:off x="-1" y="0"/>
              <a:ext cx="9144003" cy="6857673"/>
              <a:chOff x="-1" y="0"/>
              <a:chExt cx="9144003" cy="6857673"/>
            </a:xfrm>
          </p:grpSpPr>
          <p:grpSp>
            <p:nvGrpSpPr>
              <p:cNvPr id="150" name="Google Shape;150;p72"/>
              <p:cNvGrpSpPr/>
              <p:nvPr/>
            </p:nvGrpSpPr>
            <p:grpSpPr>
              <a:xfrm>
                <a:off x="-1" y="1295400"/>
                <a:ext cx="7010403" cy="46039"/>
                <a:chOff x="-1" y="0"/>
                <a:chExt cx="7010402" cy="46038"/>
              </a:xfrm>
            </p:grpSpPr>
            <p:sp>
              <p:nvSpPr>
                <p:cNvPr id="151" name="Google Shape;151;p72"/>
                <p:cNvSpPr/>
                <p:nvPr/>
              </p:nvSpPr>
              <p:spPr>
                <a:xfrm>
                  <a:off x="2362199" y="0"/>
                  <a:ext cx="2328865" cy="46038"/>
                </a:xfrm>
                <a:prstGeom prst="rect">
                  <a:avLst/>
                </a:prstGeom>
                <a:solidFill>
                  <a:srgbClr val="76C2E5"/>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52" name="Google Shape;152;p72"/>
                <p:cNvSpPr/>
                <p:nvPr/>
              </p:nvSpPr>
              <p:spPr>
                <a:xfrm>
                  <a:off x="-1" y="0"/>
                  <a:ext cx="2362201" cy="46038"/>
                </a:xfrm>
                <a:prstGeom prst="rect">
                  <a:avLst/>
                </a:prstGeom>
                <a:solidFill>
                  <a:srgbClr val="FCB017"/>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53" name="Google Shape;153;p72"/>
                <p:cNvSpPr/>
                <p:nvPr/>
              </p:nvSpPr>
              <p:spPr>
                <a:xfrm>
                  <a:off x="4681537" y="0"/>
                  <a:ext cx="2328864" cy="46038"/>
                </a:xfrm>
                <a:prstGeom prst="rect">
                  <a:avLst/>
                </a:prstGeom>
                <a:solidFill>
                  <a:srgbClr val="FF0000"/>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grpSp>
          <p:grpSp>
            <p:nvGrpSpPr>
              <p:cNvPr id="154" name="Google Shape;154;p72"/>
              <p:cNvGrpSpPr/>
              <p:nvPr/>
            </p:nvGrpSpPr>
            <p:grpSpPr>
              <a:xfrm>
                <a:off x="2133599" y="6553200"/>
                <a:ext cx="7010403" cy="46039"/>
                <a:chOff x="-1" y="0"/>
                <a:chExt cx="7010402" cy="46038"/>
              </a:xfrm>
            </p:grpSpPr>
            <p:sp>
              <p:nvSpPr>
                <p:cNvPr id="155" name="Google Shape;155;p72"/>
                <p:cNvSpPr/>
                <p:nvPr/>
              </p:nvSpPr>
              <p:spPr>
                <a:xfrm>
                  <a:off x="2362199" y="0"/>
                  <a:ext cx="2328865" cy="46038"/>
                </a:xfrm>
                <a:prstGeom prst="rect">
                  <a:avLst/>
                </a:prstGeom>
                <a:solidFill>
                  <a:srgbClr val="76C2E5"/>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56" name="Google Shape;156;p72"/>
                <p:cNvSpPr/>
                <p:nvPr/>
              </p:nvSpPr>
              <p:spPr>
                <a:xfrm>
                  <a:off x="-1" y="0"/>
                  <a:ext cx="2362201" cy="46038"/>
                </a:xfrm>
                <a:prstGeom prst="rect">
                  <a:avLst/>
                </a:prstGeom>
                <a:solidFill>
                  <a:srgbClr val="FCB017"/>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57" name="Google Shape;157;p72"/>
                <p:cNvSpPr/>
                <p:nvPr/>
              </p:nvSpPr>
              <p:spPr>
                <a:xfrm>
                  <a:off x="4681537" y="0"/>
                  <a:ext cx="2328864" cy="46038"/>
                </a:xfrm>
                <a:prstGeom prst="rect">
                  <a:avLst/>
                </a:prstGeom>
                <a:solidFill>
                  <a:srgbClr val="FF0000"/>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grpSp>
          <p:pic>
            <p:nvPicPr>
              <p:cNvPr id="158" name="Google Shape;158;p72" descr="Picture 14"/>
              <p:cNvPicPr preferRelativeResize="0"/>
              <p:nvPr/>
            </p:nvPicPr>
            <p:blipFill rotWithShape="1">
              <a:blip r:embed="rId3">
                <a:alphaModFix/>
              </a:blip>
              <a:srcRect t="2677" b="2676"/>
              <a:stretch/>
            </p:blipFill>
            <p:spPr>
              <a:xfrm>
                <a:off x="6629400" y="0"/>
                <a:ext cx="2193925" cy="692150"/>
              </a:xfrm>
              <a:prstGeom prst="rect">
                <a:avLst/>
              </a:prstGeom>
              <a:noFill/>
              <a:ln>
                <a:noFill/>
              </a:ln>
            </p:spPr>
          </p:pic>
          <p:sp>
            <p:nvSpPr>
              <p:cNvPr id="159" name="Google Shape;159;p72"/>
              <p:cNvSpPr txBox="1"/>
              <p:nvPr/>
            </p:nvSpPr>
            <p:spPr>
              <a:xfrm>
                <a:off x="3322319" y="6596063"/>
                <a:ext cx="5775962" cy="261610"/>
              </a:xfrm>
              <a:prstGeom prst="rect">
                <a:avLst/>
              </a:prstGeom>
              <a:noFill/>
              <a:ln>
                <a:noFill/>
              </a:ln>
            </p:spPr>
            <p:txBody>
              <a:bodyPr spcFirstLastPara="1" wrap="square" lIns="45700" tIns="45700" rIns="45700" bIns="45700" anchor="t" anchorCtr="0">
                <a:spAutoFit/>
              </a:bodyPr>
              <a:lstStyle/>
              <a:p>
                <a:pPr marL="0" marR="0" lvl="0" indent="0" algn="r" rtl="0">
                  <a:lnSpc>
                    <a:spcPct val="100000"/>
                  </a:lnSpc>
                  <a:spcBef>
                    <a:spcPts val="0"/>
                  </a:spcBef>
                  <a:spcAft>
                    <a:spcPts val="0"/>
                  </a:spcAft>
                  <a:buClr>
                    <a:srgbClr val="101141"/>
                  </a:buClr>
                  <a:buSzPts val="1100"/>
                  <a:buFont typeface="Arial"/>
                  <a:buNone/>
                </a:pPr>
                <a:r>
                  <a:rPr lang="en-US" sz="1100" b="1" i="0" u="none" strike="noStrike" cap="none">
                    <a:solidFill>
                      <a:srgbClr val="101141"/>
                    </a:solidFill>
                    <a:latin typeface="Arial"/>
                    <a:ea typeface="Arial"/>
                    <a:cs typeface="Arial"/>
                    <a:sym typeface="Arial"/>
                  </a:rPr>
                  <a:t>BITS </a:t>
                </a:r>
                <a:r>
                  <a:rPr lang="en-US" sz="1100" b="0" i="0" u="none" strike="noStrike" cap="none">
                    <a:solidFill>
                      <a:srgbClr val="101141"/>
                    </a:solidFill>
                    <a:latin typeface="Arial"/>
                    <a:ea typeface="Arial"/>
                    <a:cs typeface="Arial"/>
                    <a:sym typeface="Arial"/>
                  </a:rPr>
                  <a:t>Pilani, Deemed to be University under Section 3 of UGC Act, 1956</a:t>
                </a:r>
                <a:endParaRPr/>
              </a:p>
            </p:txBody>
          </p:sp>
        </p:grpSp>
        <p:pic>
          <p:nvPicPr>
            <p:cNvPr id="160" name="Google Shape;160;p72"/>
            <p:cNvPicPr preferRelativeResize="0"/>
            <p:nvPr/>
          </p:nvPicPr>
          <p:blipFill rotWithShape="1">
            <a:blip r:embed="rId4">
              <a:alphaModFix/>
            </a:blip>
            <a:srcRect/>
            <a:stretch/>
          </p:blipFill>
          <p:spPr>
            <a:xfrm>
              <a:off x="3866657" y="2807158"/>
              <a:ext cx="1410686" cy="1410686"/>
            </a:xfrm>
            <a:prstGeom prst="rect">
              <a:avLst/>
            </a:prstGeom>
            <a:noFill/>
            <a:ln>
              <a:noFill/>
            </a:ln>
          </p:spPr>
        </p:pic>
        <p:pic>
          <p:nvPicPr>
            <p:cNvPr id="161" name="Google Shape;161;p72"/>
            <p:cNvPicPr preferRelativeResize="0"/>
            <p:nvPr/>
          </p:nvPicPr>
          <p:blipFill rotWithShape="1">
            <a:blip r:embed="rId2">
              <a:alphaModFix/>
            </a:blip>
            <a:srcRect/>
            <a:stretch/>
          </p:blipFill>
          <p:spPr>
            <a:xfrm rot="1789776">
              <a:off x="1980952" y="2061094"/>
              <a:ext cx="5246055" cy="5246055"/>
            </a:xfrm>
            <a:prstGeom prst="rect">
              <a:avLst/>
            </a:prstGeom>
            <a:noFill/>
            <a:ln>
              <a:noFill/>
            </a:ln>
          </p:spPr>
        </p:pic>
      </p:grpSp>
      <p:sp>
        <p:nvSpPr>
          <p:cNvPr id="162" name="Google Shape;162;p72"/>
          <p:cNvSpPr txBox="1">
            <a:spLocks noGrp="1"/>
          </p:cNvSpPr>
          <p:nvPr>
            <p:ph type="title"/>
          </p:nvPr>
        </p:nvSpPr>
        <p:spPr>
          <a:xfrm>
            <a:off x="1792288" y="5407025"/>
            <a:ext cx="5486401" cy="3048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rgbClr val="000000"/>
              </a:buClr>
              <a:buSzPts val="1800"/>
              <a:buFont typeface="Arial"/>
              <a:buNone/>
              <a:defRPr sz="1800">
                <a:solidFill>
                  <a:srgbClr val="000000"/>
                </a:solidFill>
              </a:defRPr>
            </a:lvl1pPr>
            <a:lvl2pPr lvl="1" algn="l">
              <a:lnSpc>
                <a:spcPct val="222222"/>
              </a:lnSpc>
              <a:spcBef>
                <a:spcPts val="0"/>
              </a:spcBef>
              <a:spcAft>
                <a:spcPts val="0"/>
              </a:spcAft>
              <a:buClr>
                <a:srgbClr val="FFFFFF"/>
              </a:buClr>
              <a:buSzPts val="1800"/>
              <a:buNone/>
              <a:defRPr/>
            </a:lvl2pPr>
            <a:lvl3pPr lvl="2" algn="l">
              <a:lnSpc>
                <a:spcPct val="222222"/>
              </a:lnSpc>
              <a:spcBef>
                <a:spcPts val="0"/>
              </a:spcBef>
              <a:spcAft>
                <a:spcPts val="0"/>
              </a:spcAft>
              <a:buClr>
                <a:srgbClr val="FFFFFF"/>
              </a:buClr>
              <a:buSzPts val="1800"/>
              <a:buNone/>
              <a:defRPr/>
            </a:lvl3pPr>
            <a:lvl4pPr lvl="3" algn="l">
              <a:lnSpc>
                <a:spcPct val="222222"/>
              </a:lnSpc>
              <a:spcBef>
                <a:spcPts val="0"/>
              </a:spcBef>
              <a:spcAft>
                <a:spcPts val="0"/>
              </a:spcAft>
              <a:buClr>
                <a:srgbClr val="FFFFFF"/>
              </a:buClr>
              <a:buSzPts val="1800"/>
              <a:buNone/>
              <a:defRPr/>
            </a:lvl4pPr>
            <a:lvl5pPr lvl="4" algn="l">
              <a:lnSpc>
                <a:spcPct val="222222"/>
              </a:lnSpc>
              <a:spcBef>
                <a:spcPts val="0"/>
              </a:spcBef>
              <a:spcAft>
                <a:spcPts val="0"/>
              </a:spcAft>
              <a:buClr>
                <a:srgbClr val="FFFFFF"/>
              </a:buClr>
              <a:buSzPts val="1800"/>
              <a:buNone/>
              <a:defRPr/>
            </a:lvl5pPr>
            <a:lvl6pPr lvl="5" algn="l">
              <a:lnSpc>
                <a:spcPct val="222222"/>
              </a:lnSpc>
              <a:spcBef>
                <a:spcPts val="0"/>
              </a:spcBef>
              <a:spcAft>
                <a:spcPts val="0"/>
              </a:spcAft>
              <a:buClr>
                <a:srgbClr val="FFFFFF"/>
              </a:buClr>
              <a:buSzPts val="1800"/>
              <a:buNone/>
              <a:defRPr/>
            </a:lvl6pPr>
            <a:lvl7pPr lvl="6" algn="l">
              <a:lnSpc>
                <a:spcPct val="222222"/>
              </a:lnSpc>
              <a:spcBef>
                <a:spcPts val="0"/>
              </a:spcBef>
              <a:spcAft>
                <a:spcPts val="0"/>
              </a:spcAft>
              <a:buClr>
                <a:srgbClr val="FFFFFF"/>
              </a:buClr>
              <a:buSzPts val="1800"/>
              <a:buNone/>
              <a:defRPr/>
            </a:lvl7pPr>
            <a:lvl8pPr lvl="7" algn="l">
              <a:lnSpc>
                <a:spcPct val="222222"/>
              </a:lnSpc>
              <a:spcBef>
                <a:spcPts val="0"/>
              </a:spcBef>
              <a:spcAft>
                <a:spcPts val="0"/>
              </a:spcAft>
              <a:buClr>
                <a:srgbClr val="FFFFFF"/>
              </a:buClr>
              <a:buSzPts val="1800"/>
              <a:buNone/>
              <a:defRPr/>
            </a:lvl8pPr>
            <a:lvl9pPr lvl="8" algn="l">
              <a:lnSpc>
                <a:spcPct val="222222"/>
              </a:lnSpc>
              <a:spcBef>
                <a:spcPts val="0"/>
              </a:spcBef>
              <a:spcAft>
                <a:spcPts val="0"/>
              </a:spcAft>
              <a:buClr>
                <a:srgbClr val="FFFFFF"/>
              </a:buClr>
              <a:buSzPts val="1800"/>
              <a:buNone/>
              <a:defRPr/>
            </a:lvl9pPr>
          </a:lstStyle>
          <a:p>
            <a:endParaRPr/>
          </a:p>
        </p:txBody>
      </p:sp>
      <p:sp>
        <p:nvSpPr>
          <p:cNvPr id="163" name="Google Shape;163;p72"/>
          <p:cNvSpPr txBox="1">
            <a:spLocks noGrp="1"/>
          </p:cNvSpPr>
          <p:nvPr>
            <p:ph type="body" idx="1"/>
          </p:nvPr>
        </p:nvSpPr>
        <p:spPr>
          <a:xfrm>
            <a:off x="1792288" y="5711825"/>
            <a:ext cx="5486401" cy="304800"/>
          </a:xfrm>
          <a:prstGeom prst="rect">
            <a:avLst/>
          </a:prstGeom>
          <a:noFill/>
          <a:ln>
            <a:noFill/>
          </a:ln>
        </p:spPr>
        <p:txBody>
          <a:bodyPr spcFirstLastPara="1" wrap="square" lIns="45700" tIns="45700" rIns="45700" bIns="45700" anchor="t" anchorCtr="0">
            <a:normAutofit/>
          </a:bodyPr>
          <a:lstStyle>
            <a:lvl1pPr marL="457200" lvl="0" indent="-228600" algn="l">
              <a:lnSpc>
                <a:spcPct val="100000"/>
              </a:lnSpc>
              <a:spcBef>
                <a:spcPts val="300"/>
              </a:spcBef>
              <a:spcAft>
                <a:spcPts val="0"/>
              </a:spcAft>
              <a:buClr>
                <a:srgbClr val="000000"/>
              </a:buClr>
              <a:buSzPts val="1600"/>
              <a:buFont typeface="Arial"/>
              <a:buNone/>
              <a:defRPr sz="1600"/>
            </a:lvl1pPr>
            <a:lvl2pPr marL="914400" lvl="1" indent="-228600" algn="l">
              <a:lnSpc>
                <a:spcPct val="100000"/>
              </a:lnSpc>
              <a:spcBef>
                <a:spcPts val="300"/>
              </a:spcBef>
              <a:spcAft>
                <a:spcPts val="0"/>
              </a:spcAft>
              <a:buClr>
                <a:srgbClr val="000000"/>
              </a:buClr>
              <a:buSzPts val="1600"/>
              <a:buFont typeface="Arial"/>
              <a:buNone/>
              <a:defRPr sz="1600"/>
            </a:lvl2pPr>
            <a:lvl3pPr marL="1371600" lvl="2" indent="-228600" algn="l">
              <a:lnSpc>
                <a:spcPct val="100000"/>
              </a:lnSpc>
              <a:spcBef>
                <a:spcPts val="300"/>
              </a:spcBef>
              <a:spcAft>
                <a:spcPts val="0"/>
              </a:spcAft>
              <a:buClr>
                <a:srgbClr val="000000"/>
              </a:buClr>
              <a:buSzPts val="1600"/>
              <a:buFont typeface="Arial"/>
              <a:buNone/>
              <a:defRPr sz="1600"/>
            </a:lvl3pPr>
            <a:lvl4pPr marL="1828800" lvl="3" indent="-228600" algn="l">
              <a:lnSpc>
                <a:spcPct val="100000"/>
              </a:lnSpc>
              <a:spcBef>
                <a:spcPts val="300"/>
              </a:spcBef>
              <a:spcAft>
                <a:spcPts val="0"/>
              </a:spcAft>
              <a:buClr>
                <a:srgbClr val="000000"/>
              </a:buClr>
              <a:buSzPts val="1600"/>
              <a:buFont typeface="Arial"/>
              <a:buNone/>
              <a:defRPr sz="1600"/>
            </a:lvl4pPr>
            <a:lvl5pPr marL="2286000" lvl="4" indent="-228600" algn="l">
              <a:lnSpc>
                <a:spcPct val="100000"/>
              </a:lnSpc>
              <a:spcBef>
                <a:spcPts val="300"/>
              </a:spcBef>
              <a:spcAft>
                <a:spcPts val="0"/>
              </a:spcAft>
              <a:buClr>
                <a:srgbClr val="000000"/>
              </a:buClr>
              <a:buSzPts val="1600"/>
              <a:buFont typeface="Arial"/>
              <a:buNone/>
              <a:defRPr sz="1600"/>
            </a:lvl5pPr>
            <a:lvl6pPr marL="2743200" lvl="5" indent="-342900" algn="l">
              <a:lnSpc>
                <a:spcPct val="100000"/>
              </a:lnSpc>
              <a:spcBef>
                <a:spcPts val="700"/>
              </a:spcBef>
              <a:spcAft>
                <a:spcPts val="0"/>
              </a:spcAft>
              <a:buClr>
                <a:srgbClr val="000000"/>
              </a:buClr>
              <a:buSzPts val="1800"/>
              <a:buChar char="•"/>
              <a:defRPr/>
            </a:lvl6pPr>
            <a:lvl7pPr marL="3200400" lvl="6" indent="-342900" algn="l">
              <a:lnSpc>
                <a:spcPct val="100000"/>
              </a:lnSpc>
              <a:spcBef>
                <a:spcPts val="700"/>
              </a:spcBef>
              <a:spcAft>
                <a:spcPts val="0"/>
              </a:spcAft>
              <a:buClr>
                <a:srgbClr val="000000"/>
              </a:buClr>
              <a:buSzPts val="1800"/>
              <a:buChar char="•"/>
              <a:defRPr/>
            </a:lvl7pPr>
            <a:lvl8pPr marL="3657600" lvl="7" indent="-342900" algn="l">
              <a:lnSpc>
                <a:spcPct val="100000"/>
              </a:lnSpc>
              <a:spcBef>
                <a:spcPts val="700"/>
              </a:spcBef>
              <a:spcAft>
                <a:spcPts val="0"/>
              </a:spcAft>
              <a:buClr>
                <a:srgbClr val="000000"/>
              </a:buClr>
              <a:buSzPts val="1800"/>
              <a:buChar char="•"/>
              <a:defRPr/>
            </a:lvl8pPr>
            <a:lvl9pPr marL="4114800" lvl="8" indent="-342900" algn="l">
              <a:lnSpc>
                <a:spcPct val="100000"/>
              </a:lnSpc>
              <a:spcBef>
                <a:spcPts val="700"/>
              </a:spcBef>
              <a:spcAft>
                <a:spcPts val="0"/>
              </a:spcAft>
              <a:buClr>
                <a:srgbClr val="000000"/>
              </a:buClr>
              <a:buSzPts val="1800"/>
              <a:buChar char="•"/>
              <a:defRPr/>
            </a:lvl9pPr>
          </a:lstStyle>
          <a:p>
            <a:endParaRPr/>
          </a:p>
        </p:txBody>
      </p:sp>
      <p:sp>
        <p:nvSpPr>
          <p:cNvPr id="164" name="Google Shape;164;p72"/>
          <p:cNvSpPr>
            <a:spLocks noGrp="1"/>
          </p:cNvSpPr>
          <p:nvPr>
            <p:ph type="pic" idx="2"/>
          </p:nvPr>
        </p:nvSpPr>
        <p:spPr>
          <a:xfrm>
            <a:off x="1792288" y="1828800"/>
            <a:ext cx="5486401" cy="3429000"/>
          </a:xfrm>
          <a:prstGeom prst="rect">
            <a:avLst/>
          </a:prstGeom>
          <a:noFill/>
          <a:ln w="57150" cap="flat" cmpd="sng">
            <a:solidFill>
              <a:srgbClr val="DCE6F2"/>
            </a:solidFill>
            <a:prstDash val="solid"/>
            <a:round/>
            <a:headEnd type="none" w="sm" len="sm"/>
            <a:tailEnd type="none" w="sm" len="sm"/>
          </a:ln>
        </p:spPr>
      </p:sp>
      <p:sp>
        <p:nvSpPr>
          <p:cNvPr id="165" name="Google Shape;165;p72"/>
          <p:cNvSpPr txBox="1">
            <a:spLocks noGrp="1"/>
          </p:cNvSpPr>
          <p:nvPr>
            <p:ph type="sldNum" idx="12"/>
          </p:nvPr>
        </p:nvSpPr>
        <p:spPr>
          <a:xfrm>
            <a:off x="4419600" y="6172200"/>
            <a:ext cx="2133600" cy="368301"/>
          </a:xfrm>
          <a:prstGeom prst="rect">
            <a:avLst/>
          </a:prstGeom>
          <a:noFill/>
          <a:ln>
            <a:noFill/>
          </a:ln>
        </p:spPr>
        <p:txBody>
          <a:bodyPr spcFirstLastPara="1" wrap="square" lIns="45700" tIns="45700" rIns="45700" bIns="45700" anchor="ctr" anchorCtr="0">
            <a:spAutoFit/>
          </a:bodyPr>
          <a:lstStyle>
            <a:lvl1pPr marL="0" lvl="0"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1pPr>
            <a:lvl2pPr marL="0" lvl="1"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2pPr>
            <a:lvl3pPr marL="0" lvl="2"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3pPr>
            <a:lvl4pPr marL="0" lvl="3"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4pPr>
            <a:lvl5pPr marL="0" lvl="4"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5pPr>
            <a:lvl6pPr marL="0" lvl="5"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6pPr>
            <a:lvl7pPr marL="0" lvl="6"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7pPr>
            <a:lvl8pPr marL="0" lvl="7"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8pPr>
            <a:lvl9pPr marL="0" lvl="8" indent="0" algn="r">
              <a:lnSpc>
                <a:spcPct val="100000"/>
              </a:lnSpc>
              <a:spcBef>
                <a:spcPts val="0"/>
              </a:spcBef>
              <a:spcAft>
                <a:spcPts val="0"/>
              </a:spcAft>
              <a:buClr>
                <a:srgbClr val="898989"/>
              </a:buClr>
              <a:buSzPts val="1200"/>
              <a:buFont typeface="Arial"/>
              <a:buNone/>
              <a:defRPr sz="1200">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_Title and Content" type="tx">
  <p:cSld name="TITLE_AND_BODY">
    <p:bg>
      <p:bgPr>
        <a:solidFill>
          <a:srgbClr val="FFFFFF"/>
        </a:solidFill>
        <a:effectLst/>
      </p:bgPr>
    </p:bg>
    <p:spTree>
      <p:nvGrpSpPr>
        <p:cNvPr id="1" name="Shape 172"/>
        <p:cNvGrpSpPr/>
        <p:nvPr/>
      </p:nvGrpSpPr>
      <p:grpSpPr>
        <a:xfrm>
          <a:off x="0" y="0"/>
          <a:ext cx="0" cy="0"/>
          <a:chOff x="0" y="0"/>
          <a:chExt cx="0" cy="0"/>
        </a:xfrm>
      </p:grpSpPr>
      <p:grpSp>
        <p:nvGrpSpPr>
          <p:cNvPr id="173" name="Google Shape;173;p65"/>
          <p:cNvGrpSpPr/>
          <p:nvPr/>
        </p:nvGrpSpPr>
        <p:grpSpPr>
          <a:xfrm>
            <a:off x="-702671" y="-883443"/>
            <a:ext cx="10499751" cy="9147815"/>
            <a:chOff x="-702671" y="-883443"/>
            <a:chExt cx="10499751" cy="9147815"/>
          </a:xfrm>
        </p:grpSpPr>
        <p:pic>
          <p:nvPicPr>
            <p:cNvPr id="174" name="Google Shape;174;p65"/>
            <p:cNvPicPr preferRelativeResize="0"/>
            <p:nvPr/>
          </p:nvPicPr>
          <p:blipFill rotWithShape="1">
            <a:blip r:embed="rId2">
              <a:alphaModFix/>
            </a:blip>
            <a:srcRect/>
            <a:stretch/>
          </p:blipFill>
          <p:spPr>
            <a:xfrm rot="4121095">
              <a:off x="-211367" y="4076943"/>
              <a:ext cx="3329835" cy="3329835"/>
            </a:xfrm>
            <a:prstGeom prst="rect">
              <a:avLst/>
            </a:prstGeom>
            <a:noFill/>
            <a:ln>
              <a:noFill/>
            </a:ln>
          </p:spPr>
        </p:pic>
        <p:pic>
          <p:nvPicPr>
            <p:cNvPr id="175" name="Google Shape;175;p65"/>
            <p:cNvPicPr preferRelativeResize="0"/>
            <p:nvPr/>
          </p:nvPicPr>
          <p:blipFill rotWithShape="1">
            <a:blip r:embed="rId2">
              <a:alphaModFix/>
            </a:blip>
            <a:srcRect/>
            <a:stretch/>
          </p:blipFill>
          <p:spPr>
            <a:xfrm>
              <a:off x="5883072" y="4248324"/>
              <a:ext cx="3329835" cy="3329835"/>
            </a:xfrm>
            <a:prstGeom prst="rect">
              <a:avLst/>
            </a:prstGeom>
            <a:noFill/>
            <a:ln>
              <a:noFill/>
            </a:ln>
          </p:spPr>
        </p:pic>
        <p:pic>
          <p:nvPicPr>
            <p:cNvPr id="176" name="Google Shape;176;p65"/>
            <p:cNvPicPr preferRelativeResize="0"/>
            <p:nvPr/>
          </p:nvPicPr>
          <p:blipFill rotWithShape="1">
            <a:blip r:embed="rId2">
              <a:alphaModFix/>
            </a:blip>
            <a:srcRect/>
            <a:stretch/>
          </p:blipFill>
          <p:spPr>
            <a:xfrm>
              <a:off x="0" y="-654317"/>
              <a:ext cx="3329835" cy="3329835"/>
            </a:xfrm>
            <a:prstGeom prst="rect">
              <a:avLst/>
            </a:prstGeom>
            <a:noFill/>
            <a:ln>
              <a:noFill/>
            </a:ln>
          </p:spPr>
        </p:pic>
        <p:pic>
          <p:nvPicPr>
            <p:cNvPr id="177" name="Google Shape;177;p65"/>
            <p:cNvPicPr preferRelativeResize="0"/>
            <p:nvPr/>
          </p:nvPicPr>
          <p:blipFill rotWithShape="1">
            <a:blip r:embed="rId2">
              <a:alphaModFix/>
            </a:blip>
            <a:srcRect/>
            <a:stretch/>
          </p:blipFill>
          <p:spPr>
            <a:xfrm rot="4121095">
              <a:off x="5975941" y="-392139"/>
              <a:ext cx="3329835" cy="3329835"/>
            </a:xfrm>
            <a:prstGeom prst="rect">
              <a:avLst/>
            </a:prstGeom>
            <a:noFill/>
            <a:ln>
              <a:noFill/>
            </a:ln>
          </p:spPr>
        </p:pic>
        <p:grpSp>
          <p:nvGrpSpPr>
            <p:cNvPr id="178" name="Google Shape;178;p65"/>
            <p:cNvGrpSpPr/>
            <p:nvPr/>
          </p:nvGrpSpPr>
          <p:grpSpPr>
            <a:xfrm>
              <a:off x="-1" y="0"/>
              <a:ext cx="9144003" cy="6857673"/>
              <a:chOff x="-1" y="0"/>
              <a:chExt cx="9144003" cy="6857673"/>
            </a:xfrm>
          </p:grpSpPr>
          <p:grpSp>
            <p:nvGrpSpPr>
              <p:cNvPr id="179" name="Google Shape;179;p65"/>
              <p:cNvGrpSpPr/>
              <p:nvPr/>
            </p:nvGrpSpPr>
            <p:grpSpPr>
              <a:xfrm>
                <a:off x="-1" y="1295400"/>
                <a:ext cx="7010403" cy="46039"/>
                <a:chOff x="-1" y="0"/>
                <a:chExt cx="7010402" cy="46038"/>
              </a:xfrm>
            </p:grpSpPr>
            <p:sp>
              <p:nvSpPr>
                <p:cNvPr id="180" name="Google Shape;180;p65"/>
                <p:cNvSpPr/>
                <p:nvPr/>
              </p:nvSpPr>
              <p:spPr>
                <a:xfrm>
                  <a:off x="2362199" y="0"/>
                  <a:ext cx="2328865" cy="46038"/>
                </a:xfrm>
                <a:prstGeom prst="rect">
                  <a:avLst/>
                </a:prstGeom>
                <a:solidFill>
                  <a:srgbClr val="76C2E5"/>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81" name="Google Shape;181;p65"/>
                <p:cNvSpPr/>
                <p:nvPr/>
              </p:nvSpPr>
              <p:spPr>
                <a:xfrm>
                  <a:off x="-1" y="0"/>
                  <a:ext cx="2362201" cy="46038"/>
                </a:xfrm>
                <a:prstGeom prst="rect">
                  <a:avLst/>
                </a:prstGeom>
                <a:solidFill>
                  <a:srgbClr val="FCB017"/>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82" name="Google Shape;182;p65"/>
                <p:cNvSpPr/>
                <p:nvPr/>
              </p:nvSpPr>
              <p:spPr>
                <a:xfrm>
                  <a:off x="4681537" y="0"/>
                  <a:ext cx="2328864" cy="46038"/>
                </a:xfrm>
                <a:prstGeom prst="rect">
                  <a:avLst/>
                </a:prstGeom>
                <a:solidFill>
                  <a:srgbClr val="FF0000"/>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grpSp>
          <p:grpSp>
            <p:nvGrpSpPr>
              <p:cNvPr id="183" name="Google Shape;183;p65"/>
              <p:cNvGrpSpPr/>
              <p:nvPr/>
            </p:nvGrpSpPr>
            <p:grpSpPr>
              <a:xfrm>
                <a:off x="2133599" y="6553200"/>
                <a:ext cx="7010403" cy="46039"/>
                <a:chOff x="-1" y="0"/>
                <a:chExt cx="7010402" cy="46038"/>
              </a:xfrm>
            </p:grpSpPr>
            <p:sp>
              <p:nvSpPr>
                <p:cNvPr id="184" name="Google Shape;184;p65"/>
                <p:cNvSpPr/>
                <p:nvPr/>
              </p:nvSpPr>
              <p:spPr>
                <a:xfrm>
                  <a:off x="2362199" y="0"/>
                  <a:ext cx="2328865" cy="46038"/>
                </a:xfrm>
                <a:prstGeom prst="rect">
                  <a:avLst/>
                </a:prstGeom>
                <a:solidFill>
                  <a:srgbClr val="76C2E5"/>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85" name="Google Shape;185;p65"/>
                <p:cNvSpPr/>
                <p:nvPr/>
              </p:nvSpPr>
              <p:spPr>
                <a:xfrm>
                  <a:off x="-1" y="0"/>
                  <a:ext cx="2362201" cy="46038"/>
                </a:xfrm>
                <a:prstGeom prst="rect">
                  <a:avLst/>
                </a:prstGeom>
                <a:solidFill>
                  <a:srgbClr val="FCB017"/>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86" name="Google Shape;186;p65"/>
                <p:cNvSpPr/>
                <p:nvPr/>
              </p:nvSpPr>
              <p:spPr>
                <a:xfrm>
                  <a:off x="4681537" y="0"/>
                  <a:ext cx="2328864" cy="46038"/>
                </a:xfrm>
                <a:prstGeom prst="rect">
                  <a:avLst/>
                </a:prstGeom>
                <a:solidFill>
                  <a:srgbClr val="FF0000"/>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Calibri"/>
                    <a:ea typeface="Calibri"/>
                    <a:cs typeface="Calibri"/>
                    <a:sym typeface="Calibri"/>
                  </a:endParaRPr>
                </a:p>
              </p:txBody>
            </p:sp>
          </p:grpSp>
          <p:pic>
            <p:nvPicPr>
              <p:cNvPr id="187" name="Google Shape;187;p65" descr="Picture 14"/>
              <p:cNvPicPr preferRelativeResize="0"/>
              <p:nvPr/>
            </p:nvPicPr>
            <p:blipFill rotWithShape="1">
              <a:blip r:embed="rId3">
                <a:alphaModFix/>
              </a:blip>
              <a:srcRect t="2677" b="2676"/>
              <a:stretch/>
            </p:blipFill>
            <p:spPr>
              <a:xfrm>
                <a:off x="6629400" y="0"/>
                <a:ext cx="2193925" cy="692150"/>
              </a:xfrm>
              <a:prstGeom prst="rect">
                <a:avLst/>
              </a:prstGeom>
              <a:noFill/>
              <a:ln>
                <a:noFill/>
              </a:ln>
            </p:spPr>
          </p:pic>
          <p:sp>
            <p:nvSpPr>
              <p:cNvPr id="188" name="Google Shape;188;p65"/>
              <p:cNvSpPr txBox="1"/>
              <p:nvPr/>
            </p:nvSpPr>
            <p:spPr>
              <a:xfrm>
                <a:off x="3322319" y="6596063"/>
                <a:ext cx="5775962" cy="261610"/>
              </a:xfrm>
              <a:prstGeom prst="rect">
                <a:avLst/>
              </a:prstGeom>
              <a:noFill/>
              <a:ln>
                <a:noFill/>
              </a:ln>
            </p:spPr>
            <p:txBody>
              <a:bodyPr spcFirstLastPara="1" wrap="square" lIns="45700" tIns="45700" rIns="45700" bIns="45700" anchor="t" anchorCtr="0">
                <a:spAutoFit/>
              </a:bodyPr>
              <a:lstStyle/>
              <a:p>
                <a:pPr marL="0" marR="0" lvl="0" indent="0" algn="r" rtl="0">
                  <a:lnSpc>
                    <a:spcPct val="100000"/>
                  </a:lnSpc>
                  <a:spcBef>
                    <a:spcPts val="0"/>
                  </a:spcBef>
                  <a:spcAft>
                    <a:spcPts val="0"/>
                  </a:spcAft>
                  <a:buClr>
                    <a:srgbClr val="101141"/>
                  </a:buClr>
                  <a:buSzPts val="1100"/>
                  <a:buFont typeface="Arial"/>
                  <a:buNone/>
                </a:pPr>
                <a:r>
                  <a:rPr lang="en-US" sz="1100" b="1" i="0" u="none" strike="noStrike" cap="none">
                    <a:solidFill>
                      <a:srgbClr val="101141"/>
                    </a:solidFill>
                    <a:latin typeface="Arial"/>
                    <a:ea typeface="Arial"/>
                    <a:cs typeface="Arial"/>
                    <a:sym typeface="Arial"/>
                  </a:rPr>
                  <a:t>BITS </a:t>
                </a:r>
                <a:r>
                  <a:rPr lang="en-US" sz="1100" b="0" i="0" u="none" strike="noStrike" cap="none">
                    <a:solidFill>
                      <a:srgbClr val="101141"/>
                    </a:solidFill>
                    <a:latin typeface="Arial"/>
                    <a:ea typeface="Arial"/>
                    <a:cs typeface="Arial"/>
                    <a:sym typeface="Arial"/>
                  </a:rPr>
                  <a:t>Pilani, Deemed to be University under Section 3 of UGC Act, 1956</a:t>
                </a:r>
                <a:endParaRPr/>
              </a:p>
            </p:txBody>
          </p:sp>
        </p:grpSp>
        <p:pic>
          <p:nvPicPr>
            <p:cNvPr id="189" name="Google Shape;189;p65"/>
            <p:cNvPicPr preferRelativeResize="0"/>
            <p:nvPr/>
          </p:nvPicPr>
          <p:blipFill rotWithShape="1">
            <a:blip r:embed="rId4">
              <a:alphaModFix/>
            </a:blip>
            <a:srcRect/>
            <a:stretch/>
          </p:blipFill>
          <p:spPr>
            <a:xfrm>
              <a:off x="3866657" y="2807158"/>
              <a:ext cx="1410686" cy="1410686"/>
            </a:xfrm>
            <a:prstGeom prst="rect">
              <a:avLst/>
            </a:prstGeom>
            <a:noFill/>
            <a:ln>
              <a:noFill/>
            </a:ln>
          </p:spPr>
        </p:pic>
        <p:pic>
          <p:nvPicPr>
            <p:cNvPr id="190" name="Google Shape;190;p65"/>
            <p:cNvPicPr preferRelativeResize="0"/>
            <p:nvPr/>
          </p:nvPicPr>
          <p:blipFill rotWithShape="1">
            <a:blip r:embed="rId2">
              <a:alphaModFix/>
            </a:blip>
            <a:srcRect/>
            <a:stretch/>
          </p:blipFill>
          <p:spPr>
            <a:xfrm rot="1789776">
              <a:off x="1980952" y="2061094"/>
              <a:ext cx="5246055" cy="5246055"/>
            </a:xfrm>
            <a:prstGeom prst="rect">
              <a:avLst/>
            </a:prstGeom>
            <a:noFill/>
            <a:ln>
              <a:noFill/>
            </a:ln>
          </p:spPr>
        </p:pic>
      </p:grpSp>
      <p:sp>
        <p:nvSpPr>
          <p:cNvPr id="191" name="Google Shape;191;p65"/>
          <p:cNvSpPr txBox="1">
            <a:spLocks noGrp="1"/>
          </p:cNvSpPr>
          <p:nvPr>
            <p:ph type="body" idx="1"/>
          </p:nvPr>
        </p:nvSpPr>
        <p:spPr>
          <a:xfrm>
            <a:off x="304800" y="152400"/>
            <a:ext cx="6324600" cy="1143000"/>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0"/>
              </a:spcBef>
              <a:spcAft>
                <a:spcPts val="0"/>
              </a:spcAft>
              <a:buSzPts val="3600"/>
              <a:buFont typeface="Calibri"/>
              <a:buNone/>
              <a:defRPr sz="3600" b="1"/>
            </a:lvl1pPr>
            <a:lvl2pPr marL="914400" lvl="1" indent="-406400" algn="l">
              <a:lnSpc>
                <a:spcPct val="100000"/>
              </a:lnSpc>
              <a:spcBef>
                <a:spcPts val="0"/>
              </a:spcBef>
              <a:spcAft>
                <a:spcPts val="0"/>
              </a:spcAft>
              <a:buSzPts val="2800"/>
              <a:buFont typeface="Calibri"/>
              <a:buChar char="–"/>
              <a:defRPr sz="3600" b="1"/>
            </a:lvl2pPr>
            <a:lvl3pPr marL="1371600" lvl="2" indent="-381000" algn="l">
              <a:lnSpc>
                <a:spcPct val="100000"/>
              </a:lnSpc>
              <a:spcBef>
                <a:spcPts val="0"/>
              </a:spcBef>
              <a:spcAft>
                <a:spcPts val="0"/>
              </a:spcAft>
              <a:buSzPts val="2400"/>
              <a:buFont typeface="Calibri"/>
              <a:buChar char="•"/>
              <a:defRPr sz="3600" b="1"/>
            </a:lvl3pPr>
            <a:lvl4pPr marL="1828800" lvl="3" indent="-355600" algn="l">
              <a:lnSpc>
                <a:spcPct val="100000"/>
              </a:lnSpc>
              <a:spcBef>
                <a:spcPts val="0"/>
              </a:spcBef>
              <a:spcAft>
                <a:spcPts val="0"/>
              </a:spcAft>
              <a:buSzPts val="2000"/>
              <a:buFont typeface="Calibri"/>
              <a:buChar char="–"/>
              <a:defRPr sz="3600" b="1"/>
            </a:lvl4pPr>
            <a:lvl5pPr marL="2286000" lvl="4" indent="-355600" algn="l">
              <a:lnSpc>
                <a:spcPct val="100000"/>
              </a:lnSpc>
              <a:spcBef>
                <a:spcPts val="0"/>
              </a:spcBef>
              <a:spcAft>
                <a:spcPts val="0"/>
              </a:spcAft>
              <a:buSzPts val="2000"/>
              <a:buFont typeface="Calibri"/>
              <a:buChar char="»"/>
              <a:defRPr sz="3600" b="1"/>
            </a:lvl5pPr>
            <a:lvl6pPr marL="2743200" lvl="5" indent="-355600" algn="l">
              <a:lnSpc>
                <a:spcPct val="100000"/>
              </a:lnSpc>
              <a:spcBef>
                <a:spcPts val="400"/>
              </a:spcBef>
              <a:spcAft>
                <a:spcPts val="0"/>
              </a:spcAft>
              <a:buSzPts val="2000"/>
              <a:buChar char="•"/>
              <a:defRPr/>
            </a:lvl6pPr>
            <a:lvl7pPr marL="3200400" lvl="6" indent="-355600" algn="l">
              <a:lnSpc>
                <a:spcPct val="100000"/>
              </a:lnSpc>
              <a:spcBef>
                <a:spcPts val="400"/>
              </a:spcBef>
              <a:spcAft>
                <a:spcPts val="0"/>
              </a:spcAft>
              <a:buSzPts val="2000"/>
              <a:buChar char="•"/>
              <a:defRPr/>
            </a:lvl7pPr>
            <a:lvl8pPr marL="3657600" lvl="7" indent="-355600" algn="l">
              <a:lnSpc>
                <a:spcPct val="100000"/>
              </a:lnSpc>
              <a:spcBef>
                <a:spcPts val="400"/>
              </a:spcBef>
              <a:spcAft>
                <a:spcPts val="0"/>
              </a:spcAft>
              <a:buSzPts val="2000"/>
              <a:buChar char="•"/>
              <a:defRPr/>
            </a:lvl8pPr>
            <a:lvl9pPr marL="4114800" lvl="8" indent="-355600" algn="l">
              <a:lnSpc>
                <a:spcPct val="100000"/>
              </a:lnSpc>
              <a:spcBef>
                <a:spcPts val="400"/>
              </a:spcBef>
              <a:spcAft>
                <a:spcPts val="0"/>
              </a:spcAft>
              <a:buSzPts val="2000"/>
              <a:buChar char="•"/>
              <a:defRPr/>
            </a:lvl9pPr>
          </a:lstStyle>
          <a:p>
            <a:endParaRPr/>
          </a:p>
        </p:txBody>
      </p:sp>
      <p:sp>
        <p:nvSpPr>
          <p:cNvPr id="192" name="Google Shape;192;p6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228"/>
        <p:cNvGrpSpPr/>
        <p:nvPr/>
      </p:nvGrpSpPr>
      <p:grpSpPr>
        <a:xfrm>
          <a:off x="0" y="0"/>
          <a:ext cx="0" cy="0"/>
          <a:chOff x="0" y="0"/>
          <a:chExt cx="0" cy="0"/>
        </a:xfrm>
      </p:grpSpPr>
      <p:sp>
        <p:nvSpPr>
          <p:cNvPr id="229" name="Google Shape;229;p78"/>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0" name="Google Shape;230;p78"/>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231" name="Google Shape;231;p78"/>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232" name="Google Shape;232;p7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233" name="Google Shape;233;p7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234" name="Google Shape;234;p7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235"/>
        <p:cNvGrpSpPr/>
        <p:nvPr/>
      </p:nvGrpSpPr>
      <p:grpSpPr>
        <a:xfrm>
          <a:off x="0" y="0"/>
          <a:ext cx="0" cy="0"/>
          <a:chOff x="0" y="0"/>
          <a:chExt cx="0" cy="0"/>
        </a:xfrm>
      </p:grpSpPr>
      <p:sp>
        <p:nvSpPr>
          <p:cNvPr id="236" name="Google Shape;236;p79"/>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7" name="Google Shape;237;p79"/>
          <p:cNvSpPr>
            <a:spLocks noGrp="1"/>
          </p:cNvSpPr>
          <p:nvPr>
            <p:ph type="pic" idx="2"/>
          </p:nvPr>
        </p:nvSpPr>
        <p:spPr>
          <a:xfrm>
            <a:off x="1792288" y="612775"/>
            <a:ext cx="5486400" cy="4114800"/>
          </a:xfrm>
          <a:prstGeom prst="rect">
            <a:avLst/>
          </a:prstGeom>
          <a:noFill/>
          <a:ln>
            <a:noFill/>
          </a:ln>
        </p:spPr>
      </p:sp>
      <p:sp>
        <p:nvSpPr>
          <p:cNvPr id="238" name="Google Shape;238;p79"/>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239" name="Google Shape;239;p7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240" name="Google Shape;240;p7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241" name="Google Shape;241;p7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242"/>
        <p:cNvGrpSpPr/>
        <p:nvPr/>
      </p:nvGrpSpPr>
      <p:grpSpPr>
        <a:xfrm>
          <a:off x="0" y="0"/>
          <a:ext cx="0" cy="0"/>
          <a:chOff x="0" y="0"/>
          <a:chExt cx="0" cy="0"/>
        </a:xfrm>
      </p:grpSpPr>
      <p:sp>
        <p:nvSpPr>
          <p:cNvPr id="243" name="Google Shape;243;p8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4" name="Google Shape;244;p80"/>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45" name="Google Shape;245;p8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246" name="Google Shape;246;p8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247" name="Google Shape;247;p8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248"/>
        <p:cNvGrpSpPr/>
        <p:nvPr/>
      </p:nvGrpSpPr>
      <p:grpSpPr>
        <a:xfrm>
          <a:off x="0" y="0"/>
          <a:ext cx="0" cy="0"/>
          <a:chOff x="0" y="0"/>
          <a:chExt cx="0" cy="0"/>
        </a:xfrm>
      </p:grpSpPr>
      <p:sp>
        <p:nvSpPr>
          <p:cNvPr id="249" name="Google Shape;249;p81"/>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0" name="Google Shape;250;p81"/>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51" name="Google Shape;251;p8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252" name="Google Shape;252;p8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253" name="Google Shape;253;p8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3_Title and Content">
  <p:cSld name="3_Title and Content">
    <p:spTree>
      <p:nvGrpSpPr>
        <p:cNvPr id="1" name="Shape 254"/>
        <p:cNvGrpSpPr/>
        <p:nvPr/>
      </p:nvGrpSpPr>
      <p:grpSpPr>
        <a:xfrm>
          <a:off x="0" y="0"/>
          <a:ext cx="0" cy="0"/>
          <a:chOff x="0" y="0"/>
          <a:chExt cx="0" cy="0"/>
        </a:xfrm>
      </p:grpSpPr>
      <p:sp>
        <p:nvSpPr>
          <p:cNvPr id="255" name="Google Shape;255;p82"/>
          <p:cNvSpPr txBox="1"/>
          <p:nvPr/>
        </p:nvSpPr>
        <p:spPr>
          <a:xfrm>
            <a:off x="3276600" y="6596065"/>
            <a:ext cx="5867400" cy="219291"/>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101141"/>
              </a:buClr>
              <a:buSzPts val="825"/>
              <a:buFont typeface="Arial"/>
              <a:buNone/>
            </a:pPr>
            <a:r>
              <a:rPr lang="en-US" sz="825" b="1" i="0" u="none" strike="noStrike" cap="none">
                <a:solidFill>
                  <a:srgbClr val="101141"/>
                </a:solidFill>
                <a:latin typeface="Arial"/>
                <a:ea typeface="Arial"/>
                <a:cs typeface="Arial"/>
                <a:sym typeface="Arial"/>
              </a:rPr>
              <a:t>BITS </a:t>
            </a:r>
            <a:r>
              <a:rPr lang="en-US" sz="825" b="0" i="0" u="none" strike="noStrike" cap="none">
                <a:solidFill>
                  <a:srgbClr val="101141"/>
                </a:solidFill>
                <a:latin typeface="Arial"/>
                <a:ea typeface="Arial"/>
                <a:cs typeface="Arial"/>
                <a:sym typeface="Arial"/>
              </a:rPr>
              <a:t>Pilani, Pilani Campus</a:t>
            </a:r>
            <a:endParaRPr/>
          </a:p>
        </p:txBody>
      </p:sp>
      <p:grpSp>
        <p:nvGrpSpPr>
          <p:cNvPr id="256" name="Google Shape;256;p82"/>
          <p:cNvGrpSpPr/>
          <p:nvPr/>
        </p:nvGrpSpPr>
        <p:grpSpPr>
          <a:xfrm>
            <a:off x="2084388" y="6550027"/>
            <a:ext cx="7059612" cy="49213"/>
            <a:chOff x="2083888" y="6550671"/>
            <a:chExt cx="7060112" cy="48665"/>
          </a:xfrm>
        </p:grpSpPr>
        <p:sp>
          <p:nvSpPr>
            <p:cNvPr id="257" name="Google Shape;257;p82"/>
            <p:cNvSpPr/>
            <p:nvPr/>
          </p:nvSpPr>
          <p:spPr>
            <a:xfrm>
              <a:off x="4630418" y="6550671"/>
              <a:ext cx="2329027" cy="48665"/>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050"/>
                <a:buFont typeface="Calibri"/>
                <a:buNone/>
              </a:pPr>
              <a:endParaRPr sz="1050" b="0" i="0" u="none" strike="noStrike" cap="none">
                <a:solidFill>
                  <a:schemeClr val="lt1"/>
                </a:solidFill>
                <a:latin typeface="Calibri"/>
                <a:ea typeface="Calibri"/>
                <a:cs typeface="Calibri"/>
                <a:sym typeface="Calibri"/>
              </a:endParaRPr>
            </a:p>
          </p:txBody>
        </p:sp>
        <p:sp>
          <p:nvSpPr>
            <p:cNvPr id="258" name="Google Shape;258;p82"/>
            <p:cNvSpPr/>
            <p:nvPr/>
          </p:nvSpPr>
          <p:spPr>
            <a:xfrm>
              <a:off x="6908642" y="6550671"/>
              <a:ext cx="2235358" cy="45525"/>
            </a:xfrm>
            <a:prstGeom prst="rect">
              <a:avLst/>
            </a:prstGeom>
            <a:solidFill>
              <a:srgbClr val="E3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050"/>
                <a:buFont typeface="Calibri"/>
                <a:buNone/>
              </a:pPr>
              <a:endParaRPr sz="1050" b="0" i="0" u="none" strike="noStrike" cap="none">
                <a:solidFill>
                  <a:schemeClr val="lt1"/>
                </a:solidFill>
                <a:latin typeface="Calibri"/>
                <a:ea typeface="Calibri"/>
                <a:cs typeface="Calibri"/>
                <a:sym typeface="Calibri"/>
              </a:endParaRPr>
            </a:p>
          </p:txBody>
        </p:sp>
        <p:sp>
          <p:nvSpPr>
            <p:cNvPr id="259" name="Google Shape;259;p82"/>
            <p:cNvSpPr/>
            <p:nvPr/>
          </p:nvSpPr>
          <p:spPr>
            <a:xfrm>
              <a:off x="2083888" y="6550671"/>
              <a:ext cx="2581458" cy="48665"/>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050"/>
                <a:buFont typeface="Calibri"/>
                <a:buNone/>
              </a:pPr>
              <a:endParaRPr sz="1050" b="0" i="0" u="none" strike="noStrike" cap="none">
                <a:solidFill>
                  <a:schemeClr val="lt1"/>
                </a:solidFill>
                <a:latin typeface="Calibri"/>
                <a:ea typeface="Calibri"/>
                <a:cs typeface="Calibri"/>
                <a:sym typeface="Calibri"/>
              </a:endParaRPr>
            </a:p>
          </p:txBody>
        </p:sp>
      </p:grpSp>
      <p:pic>
        <p:nvPicPr>
          <p:cNvPr id="260" name="Google Shape;260;p82" descr="Picture 7.png"/>
          <p:cNvPicPr preferRelativeResize="0"/>
          <p:nvPr/>
        </p:nvPicPr>
        <p:blipFill rotWithShape="1">
          <a:blip r:embed="rId2">
            <a:alphaModFix/>
          </a:blip>
          <a:srcRect l="1923" b="5335"/>
          <a:stretch/>
        </p:blipFill>
        <p:spPr>
          <a:xfrm>
            <a:off x="6629401" y="0"/>
            <a:ext cx="2193925" cy="692150"/>
          </a:xfrm>
          <a:prstGeom prst="rect">
            <a:avLst/>
          </a:prstGeom>
          <a:noFill/>
          <a:ln>
            <a:noFill/>
          </a:ln>
        </p:spPr>
      </p:pic>
      <p:grpSp>
        <p:nvGrpSpPr>
          <p:cNvPr id="261" name="Google Shape;261;p82"/>
          <p:cNvGrpSpPr/>
          <p:nvPr/>
        </p:nvGrpSpPr>
        <p:grpSpPr>
          <a:xfrm>
            <a:off x="2133600" y="6553200"/>
            <a:ext cx="7010400" cy="46038"/>
            <a:chOff x="1905000" y="6553200"/>
            <a:chExt cx="7010400" cy="45719"/>
          </a:xfrm>
        </p:grpSpPr>
        <p:sp>
          <p:nvSpPr>
            <p:cNvPr id="262" name="Google Shape;262;p82"/>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050"/>
                <a:buFont typeface="Calibri"/>
                <a:buNone/>
              </a:pPr>
              <a:endParaRPr sz="1050" b="0" i="0" u="none" strike="noStrike" cap="none">
                <a:solidFill>
                  <a:schemeClr val="lt1"/>
                </a:solidFill>
                <a:latin typeface="Calibri"/>
                <a:ea typeface="Calibri"/>
                <a:cs typeface="Calibri"/>
                <a:sym typeface="Calibri"/>
              </a:endParaRPr>
            </a:p>
          </p:txBody>
        </p:sp>
        <p:sp>
          <p:nvSpPr>
            <p:cNvPr id="263" name="Google Shape;263;p82"/>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050"/>
                <a:buFont typeface="Calibri"/>
                <a:buNone/>
              </a:pPr>
              <a:endParaRPr sz="1050" b="0" i="0" u="none" strike="noStrike" cap="none">
                <a:solidFill>
                  <a:schemeClr val="lt1"/>
                </a:solidFill>
                <a:latin typeface="Calibri"/>
                <a:ea typeface="Calibri"/>
                <a:cs typeface="Calibri"/>
                <a:sym typeface="Calibri"/>
              </a:endParaRPr>
            </a:p>
          </p:txBody>
        </p:sp>
        <p:sp>
          <p:nvSpPr>
            <p:cNvPr id="264" name="Google Shape;264;p82"/>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050"/>
                <a:buFont typeface="Calibri"/>
                <a:buNone/>
              </a:pPr>
              <a:endParaRPr sz="1050" b="0" i="0" u="none" strike="noStrike" cap="none">
                <a:solidFill>
                  <a:schemeClr val="lt1"/>
                </a:solidFill>
                <a:latin typeface="Calibri"/>
                <a:ea typeface="Calibri"/>
                <a:cs typeface="Calibri"/>
                <a:sym typeface="Calibri"/>
              </a:endParaRPr>
            </a:p>
          </p:txBody>
        </p:sp>
      </p:grpSp>
      <p:grpSp>
        <p:nvGrpSpPr>
          <p:cNvPr id="265" name="Google Shape;265;p82"/>
          <p:cNvGrpSpPr/>
          <p:nvPr/>
        </p:nvGrpSpPr>
        <p:grpSpPr>
          <a:xfrm>
            <a:off x="0" y="1295400"/>
            <a:ext cx="7010400" cy="46038"/>
            <a:chOff x="1905000" y="6553200"/>
            <a:chExt cx="7010400" cy="45719"/>
          </a:xfrm>
        </p:grpSpPr>
        <p:sp>
          <p:nvSpPr>
            <p:cNvPr id="266" name="Google Shape;266;p82"/>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050"/>
                <a:buFont typeface="Calibri"/>
                <a:buNone/>
              </a:pPr>
              <a:endParaRPr sz="1050" b="0" i="0" u="none" strike="noStrike" cap="none">
                <a:solidFill>
                  <a:schemeClr val="lt1"/>
                </a:solidFill>
                <a:latin typeface="Calibri"/>
                <a:ea typeface="Calibri"/>
                <a:cs typeface="Calibri"/>
                <a:sym typeface="Calibri"/>
              </a:endParaRPr>
            </a:p>
          </p:txBody>
        </p:sp>
        <p:sp>
          <p:nvSpPr>
            <p:cNvPr id="267" name="Google Shape;267;p82"/>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050"/>
                <a:buFont typeface="Calibri"/>
                <a:buNone/>
              </a:pPr>
              <a:endParaRPr sz="1050" b="0" i="0" u="none" strike="noStrike" cap="none">
                <a:solidFill>
                  <a:schemeClr val="lt1"/>
                </a:solidFill>
                <a:latin typeface="Calibri"/>
                <a:ea typeface="Calibri"/>
                <a:cs typeface="Calibri"/>
                <a:sym typeface="Calibri"/>
              </a:endParaRPr>
            </a:p>
          </p:txBody>
        </p:sp>
        <p:sp>
          <p:nvSpPr>
            <p:cNvPr id="268" name="Google Shape;268;p82"/>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050"/>
                <a:buFont typeface="Calibri"/>
                <a:buNone/>
              </a:pPr>
              <a:endParaRPr sz="1050" b="0" i="0" u="none" strike="noStrike" cap="none">
                <a:solidFill>
                  <a:schemeClr val="lt1"/>
                </a:solidFill>
                <a:latin typeface="Calibri"/>
                <a:ea typeface="Calibri"/>
                <a:cs typeface="Calibri"/>
                <a:sym typeface="Calibri"/>
              </a:endParaRPr>
            </a:p>
          </p:txBody>
        </p:sp>
      </p:grpSp>
      <p:sp>
        <p:nvSpPr>
          <p:cNvPr id="269" name="Google Shape;269;p82"/>
          <p:cNvSpPr txBox="1">
            <a:spLocks noGrp="1"/>
          </p:cNvSpPr>
          <p:nvPr>
            <p:ph type="body" idx="1"/>
          </p:nvPr>
        </p:nvSpPr>
        <p:spPr>
          <a:xfrm>
            <a:off x="304800" y="1493839"/>
            <a:ext cx="8229600" cy="4525963"/>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360"/>
              </a:spcBef>
              <a:spcAft>
                <a:spcPts val="0"/>
              </a:spcAft>
              <a:buClr>
                <a:srgbClr val="101141"/>
              </a:buClr>
              <a:buSzPts val="1800"/>
              <a:buFont typeface="Arial"/>
              <a:buNone/>
              <a:defRPr sz="1800">
                <a:latin typeface="Arial"/>
                <a:ea typeface="Arial"/>
                <a:cs typeface="Arial"/>
                <a:sym typeface="Arial"/>
              </a:defRPr>
            </a:lvl1pPr>
            <a:lvl2pPr marL="914400" marR="0" lvl="1" indent="-304800" algn="l">
              <a:lnSpc>
                <a:spcPct val="100000"/>
              </a:lnSpc>
              <a:spcBef>
                <a:spcPts val="240"/>
              </a:spcBef>
              <a:spcAft>
                <a:spcPts val="0"/>
              </a:spcAft>
              <a:buClr>
                <a:schemeClr val="dk1"/>
              </a:buClr>
              <a:buSzPts val="1200"/>
              <a:buFont typeface="Arial"/>
              <a:buChar char="–"/>
              <a:defRPr sz="1200">
                <a:latin typeface="Arial"/>
                <a:ea typeface="Arial"/>
                <a:cs typeface="Arial"/>
                <a:sym typeface="Arial"/>
              </a:defRPr>
            </a:lvl2pPr>
            <a:lvl3pPr marL="1371600" lvl="2" indent="-381000" algn="l">
              <a:lnSpc>
                <a:spcPct val="100000"/>
              </a:lnSpc>
              <a:spcBef>
                <a:spcPts val="480"/>
              </a:spcBef>
              <a:spcAft>
                <a:spcPts val="0"/>
              </a:spcAft>
              <a:buSzPts val="2400"/>
              <a:buChar char="•"/>
              <a:defRPr/>
            </a:lvl3pPr>
            <a:lvl4pPr marL="1828800" lvl="3" indent="-355600" algn="l">
              <a:lnSpc>
                <a:spcPct val="100000"/>
              </a:lnSpc>
              <a:spcBef>
                <a:spcPts val="400"/>
              </a:spcBef>
              <a:spcAft>
                <a:spcPts val="0"/>
              </a:spcAft>
              <a:buSzPts val="2000"/>
              <a:buChar char="–"/>
              <a:defRPr/>
            </a:lvl4pPr>
            <a:lvl5pPr marL="2286000" lvl="4" indent="-355600" algn="l">
              <a:lnSpc>
                <a:spcPct val="100000"/>
              </a:lnSpc>
              <a:spcBef>
                <a:spcPts val="400"/>
              </a:spcBef>
              <a:spcAft>
                <a:spcPts val="0"/>
              </a:spcAft>
              <a:buSzPts val="2000"/>
              <a:buChar char="»"/>
              <a:defRPr/>
            </a:lvl5pPr>
            <a:lvl6pPr marL="2743200" lvl="5" indent="-355600" algn="l">
              <a:lnSpc>
                <a:spcPct val="100000"/>
              </a:lnSpc>
              <a:spcBef>
                <a:spcPts val="400"/>
              </a:spcBef>
              <a:spcAft>
                <a:spcPts val="0"/>
              </a:spcAft>
              <a:buSzPts val="2000"/>
              <a:buChar char="•"/>
              <a:defRPr/>
            </a:lvl6pPr>
            <a:lvl7pPr marL="3200400" lvl="6" indent="-355600" algn="l">
              <a:lnSpc>
                <a:spcPct val="100000"/>
              </a:lnSpc>
              <a:spcBef>
                <a:spcPts val="400"/>
              </a:spcBef>
              <a:spcAft>
                <a:spcPts val="0"/>
              </a:spcAft>
              <a:buSzPts val="2000"/>
              <a:buChar char="•"/>
              <a:defRPr/>
            </a:lvl7pPr>
            <a:lvl8pPr marL="3657600" lvl="7" indent="-355600" algn="l">
              <a:lnSpc>
                <a:spcPct val="100000"/>
              </a:lnSpc>
              <a:spcBef>
                <a:spcPts val="400"/>
              </a:spcBef>
              <a:spcAft>
                <a:spcPts val="0"/>
              </a:spcAft>
              <a:buSzPts val="2000"/>
              <a:buChar char="•"/>
              <a:defRPr/>
            </a:lvl8pPr>
            <a:lvl9pPr marL="4114800" lvl="8" indent="-355600" algn="l">
              <a:lnSpc>
                <a:spcPct val="100000"/>
              </a:lnSpc>
              <a:spcBef>
                <a:spcPts val="400"/>
              </a:spcBef>
              <a:spcAft>
                <a:spcPts val="0"/>
              </a:spcAft>
              <a:buSzPts val="2000"/>
              <a:buChar char="•"/>
              <a:defRPr/>
            </a:lvl9pPr>
          </a:lstStyle>
          <a:p>
            <a:endParaRPr/>
          </a:p>
        </p:txBody>
      </p:sp>
      <p:sp>
        <p:nvSpPr>
          <p:cNvPr id="270" name="Google Shape;270;p82"/>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0"/>
              </a:spcBef>
              <a:spcAft>
                <a:spcPts val="0"/>
              </a:spcAft>
              <a:buSzPts val="3200"/>
              <a:buNone/>
              <a:defRPr sz="2700" b="1">
                <a:latin typeface="Arial"/>
                <a:ea typeface="Arial"/>
                <a:cs typeface="Arial"/>
                <a:sym typeface="Arial"/>
              </a:defRPr>
            </a:lvl1pPr>
            <a:lvl2pPr marL="914400" lvl="1" indent="-406400" algn="l">
              <a:lnSpc>
                <a:spcPct val="100000"/>
              </a:lnSpc>
              <a:spcBef>
                <a:spcPts val="560"/>
              </a:spcBef>
              <a:spcAft>
                <a:spcPts val="0"/>
              </a:spcAft>
              <a:buSzPts val="2800"/>
              <a:buChar char="–"/>
              <a:defRPr/>
            </a:lvl2pPr>
            <a:lvl3pPr marL="1371600" lvl="2" indent="-381000" algn="l">
              <a:lnSpc>
                <a:spcPct val="100000"/>
              </a:lnSpc>
              <a:spcBef>
                <a:spcPts val="480"/>
              </a:spcBef>
              <a:spcAft>
                <a:spcPts val="0"/>
              </a:spcAft>
              <a:buSzPts val="2400"/>
              <a:buChar char="•"/>
              <a:defRPr/>
            </a:lvl3pPr>
            <a:lvl4pPr marL="1828800" lvl="3" indent="-355600" algn="l">
              <a:lnSpc>
                <a:spcPct val="100000"/>
              </a:lnSpc>
              <a:spcBef>
                <a:spcPts val="400"/>
              </a:spcBef>
              <a:spcAft>
                <a:spcPts val="0"/>
              </a:spcAft>
              <a:buSzPts val="2000"/>
              <a:buChar char="–"/>
              <a:defRPr/>
            </a:lvl4pPr>
            <a:lvl5pPr marL="2286000" lvl="4" indent="-355600" algn="l">
              <a:lnSpc>
                <a:spcPct val="100000"/>
              </a:lnSpc>
              <a:spcBef>
                <a:spcPts val="400"/>
              </a:spcBef>
              <a:spcAft>
                <a:spcPts val="0"/>
              </a:spcAft>
              <a:buSzPts val="2000"/>
              <a:buChar char="»"/>
              <a:defRPr/>
            </a:lvl5pPr>
            <a:lvl6pPr marL="2743200" lvl="5" indent="-355600" algn="l">
              <a:lnSpc>
                <a:spcPct val="100000"/>
              </a:lnSpc>
              <a:spcBef>
                <a:spcPts val="400"/>
              </a:spcBef>
              <a:spcAft>
                <a:spcPts val="0"/>
              </a:spcAft>
              <a:buSzPts val="2000"/>
              <a:buChar char="•"/>
              <a:defRPr/>
            </a:lvl6pPr>
            <a:lvl7pPr marL="3200400" lvl="6" indent="-355600" algn="l">
              <a:lnSpc>
                <a:spcPct val="100000"/>
              </a:lnSpc>
              <a:spcBef>
                <a:spcPts val="400"/>
              </a:spcBef>
              <a:spcAft>
                <a:spcPts val="0"/>
              </a:spcAft>
              <a:buSzPts val="2000"/>
              <a:buChar char="•"/>
              <a:defRPr/>
            </a:lvl7pPr>
            <a:lvl8pPr marL="3657600" lvl="7" indent="-355600" algn="l">
              <a:lnSpc>
                <a:spcPct val="100000"/>
              </a:lnSpc>
              <a:spcBef>
                <a:spcPts val="400"/>
              </a:spcBef>
              <a:spcAft>
                <a:spcPts val="0"/>
              </a:spcAft>
              <a:buSzPts val="2000"/>
              <a:buChar char="•"/>
              <a:defRPr/>
            </a:lvl8pPr>
            <a:lvl9pPr marL="4114800" lvl="8" indent="-355600" algn="l">
              <a:lnSpc>
                <a:spcPct val="100000"/>
              </a:lnSpc>
              <a:spcBef>
                <a:spcPts val="400"/>
              </a:spcBef>
              <a:spcAft>
                <a:spcPts val="0"/>
              </a:spcAft>
              <a:buSzPts val="2000"/>
              <a:buChar char="•"/>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71"/>
        <p:cNvGrpSpPr/>
        <p:nvPr/>
      </p:nvGrpSpPr>
      <p:grpSpPr>
        <a:xfrm>
          <a:off x="0" y="0"/>
          <a:ext cx="0" cy="0"/>
          <a:chOff x="0" y="0"/>
          <a:chExt cx="0" cy="0"/>
        </a:xfrm>
      </p:grpSpPr>
      <p:sp>
        <p:nvSpPr>
          <p:cNvPr id="272" name="Google Shape;272;p8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3" name="Google Shape;273;p83"/>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274" name="Google Shape;274;p83"/>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275" name="Google Shape;275;p8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276" name="Google Shape;276;p8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277" name="Google Shape;277;p8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jp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12.xml"/><Relationship Id="rId7" Type="http://schemas.openxmlformats.org/officeDocument/2006/relationships/slideLayout" Target="../slideLayouts/slideLayout16.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5" Type="http://schemas.openxmlformats.org/officeDocument/2006/relationships/slideLayout" Target="../slideLayouts/slideLayout14.xml"/><Relationship Id="rId4"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1">
            <a:alphaModFix/>
          </a:blip>
          <a:stretch>
            <a:fillRect/>
          </a:stretch>
        </a:blipFill>
        <a:effectLst/>
      </p:bgPr>
    </p:bg>
    <p:spTree>
      <p:nvGrpSpPr>
        <p:cNvPr id="1" name="Shape 5"/>
        <p:cNvGrpSpPr/>
        <p:nvPr/>
      </p:nvGrpSpPr>
      <p:grpSpPr>
        <a:xfrm>
          <a:off x="0" y="0"/>
          <a:ext cx="0" cy="0"/>
          <a:chOff x="0" y="0"/>
          <a:chExt cx="0" cy="0"/>
        </a:xfrm>
      </p:grpSpPr>
      <p:sp>
        <p:nvSpPr>
          <p:cNvPr id="6" name="Google Shape;6;p61"/>
          <p:cNvSpPr txBox="1">
            <a:spLocks noGrp="1"/>
          </p:cNvSpPr>
          <p:nvPr>
            <p:ph type="body" idx="1"/>
          </p:nvPr>
        </p:nvSpPr>
        <p:spPr>
          <a:xfrm>
            <a:off x="457200" y="1600200"/>
            <a:ext cx="8229600" cy="4525963"/>
          </a:xfrm>
          <a:prstGeom prst="rect">
            <a:avLst/>
          </a:prstGeom>
          <a:noFill/>
          <a:ln>
            <a:noFill/>
          </a:ln>
        </p:spPr>
        <p:txBody>
          <a:bodyPr spcFirstLastPara="1" wrap="square" lIns="45700" tIns="45700" rIns="45700" bIns="45700" anchor="t" anchorCtr="0">
            <a:noAutofit/>
          </a:bodyPr>
          <a:lstStyle>
            <a:lvl1pPr marL="457200" marR="0" lvl="0" indent="-431800" algn="l" rtl="0">
              <a:lnSpc>
                <a:spcPct val="100000"/>
              </a:lnSpc>
              <a:spcBef>
                <a:spcPts val="700"/>
              </a:spcBef>
              <a:spcAft>
                <a:spcPts val="0"/>
              </a:spcAft>
              <a:buClr>
                <a:srgbClr val="000000"/>
              </a:buClr>
              <a:buSzPts val="3200"/>
              <a:buFont typeface="Arial"/>
              <a:buChar char="•"/>
              <a:defRPr sz="3200" b="0" i="0" u="none" strike="noStrike" cap="none">
                <a:solidFill>
                  <a:srgbClr val="000000"/>
                </a:solidFill>
                <a:latin typeface="Arial"/>
                <a:ea typeface="Arial"/>
                <a:cs typeface="Arial"/>
                <a:sym typeface="Arial"/>
              </a:defRPr>
            </a:lvl1pPr>
            <a:lvl2pPr marL="914400" marR="0" lvl="1" indent="-431800" algn="l" rtl="0">
              <a:lnSpc>
                <a:spcPct val="100000"/>
              </a:lnSpc>
              <a:spcBef>
                <a:spcPts val="700"/>
              </a:spcBef>
              <a:spcAft>
                <a:spcPts val="0"/>
              </a:spcAft>
              <a:buClr>
                <a:srgbClr val="000000"/>
              </a:buClr>
              <a:buSzPts val="3200"/>
              <a:buFont typeface="Arial"/>
              <a:buChar char="–"/>
              <a:defRPr sz="3200" b="0" i="0" u="none" strike="noStrike" cap="none">
                <a:solidFill>
                  <a:srgbClr val="000000"/>
                </a:solidFill>
                <a:latin typeface="Arial"/>
                <a:ea typeface="Arial"/>
                <a:cs typeface="Arial"/>
                <a:sym typeface="Arial"/>
              </a:defRPr>
            </a:lvl2pPr>
            <a:lvl3pPr marL="1371600" marR="0" lvl="2" indent="-431800" algn="l" rtl="0">
              <a:lnSpc>
                <a:spcPct val="100000"/>
              </a:lnSpc>
              <a:spcBef>
                <a:spcPts val="700"/>
              </a:spcBef>
              <a:spcAft>
                <a:spcPts val="0"/>
              </a:spcAft>
              <a:buClr>
                <a:srgbClr val="000000"/>
              </a:buClr>
              <a:buSzPts val="3200"/>
              <a:buFont typeface="Arial"/>
              <a:buChar char="•"/>
              <a:defRPr sz="3200" b="0" i="0" u="none" strike="noStrike" cap="none">
                <a:solidFill>
                  <a:srgbClr val="000000"/>
                </a:solidFill>
                <a:latin typeface="Arial"/>
                <a:ea typeface="Arial"/>
                <a:cs typeface="Arial"/>
                <a:sym typeface="Arial"/>
              </a:defRPr>
            </a:lvl3pPr>
            <a:lvl4pPr marL="1828800" marR="0" lvl="3" indent="-431800" algn="l" rtl="0">
              <a:lnSpc>
                <a:spcPct val="100000"/>
              </a:lnSpc>
              <a:spcBef>
                <a:spcPts val="700"/>
              </a:spcBef>
              <a:spcAft>
                <a:spcPts val="0"/>
              </a:spcAft>
              <a:buClr>
                <a:srgbClr val="000000"/>
              </a:buClr>
              <a:buSzPts val="3200"/>
              <a:buFont typeface="Arial"/>
              <a:buChar char="–"/>
              <a:defRPr sz="3200" b="0" i="0" u="none" strike="noStrike" cap="none">
                <a:solidFill>
                  <a:srgbClr val="000000"/>
                </a:solidFill>
                <a:latin typeface="Arial"/>
                <a:ea typeface="Arial"/>
                <a:cs typeface="Arial"/>
                <a:sym typeface="Arial"/>
              </a:defRPr>
            </a:lvl4pPr>
            <a:lvl5pPr marL="2286000" marR="0" lvl="4" indent="-431800" algn="l" rtl="0">
              <a:lnSpc>
                <a:spcPct val="100000"/>
              </a:lnSpc>
              <a:spcBef>
                <a:spcPts val="700"/>
              </a:spcBef>
              <a:spcAft>
                <a:spcPts val="0"/>
              </a:spcAft>
              <a:buClr>
                <a:srgbClr val="000000"/>
              </a:buClr>
              <a:buSzPts val="3200"/>
              <a:buFont typeface="Arial"/>
              <a:buChar char="»"/>
              <a:defRPr sz="3200" b="0" i="0" u="none" strike="noStrike" cap="none">
                <a:solidFill>
                  <a:srgbClr val="000000"/>
                </a:solidFill>
                <a:latin typeface="Arial"/>
                <a:ea typeface="Arial"/>
                <a:cs typeface="Arial"/>
                <a:sym typeface="Arial"/>
              </a:defRPr>
            </a:lvl5pPr>
            <a:lvl6pPr marL="2743200" marR="0" lvl="5" indent="-431800" algn="l" rtl="0">
              <a:lnSpc>
                <a:spcPct val="100000"/>
              </a:lnSpc>
              <a:spcBef>
                <a:spcPts val="700"/>
              </a:spcBef>
              <a:spcAft>
                <a:spcPts val="0"/>
              </a:spcAft>
              <a:buClr>
                <a:srgbClr val="000000"/>
              </a:buClr>
              <a:buSzPts val="3200"/>
              <a:buFont typeface="Arial"/>
              <a:buChar char="•"/>
              <a:defRPr sz="3200" b="0" i="0" u="none" strike="noStrike" cap="none">
                <a:solidFill>
                  <a:srgbClr val="000000"/>
                </a:solidFill>
                <a:latin typeface="Arial"/>
                <a:ea typeface="Arial"/>
                <a:cs typeface="Arial"/>
                <a:sym typeface="Arial"/>
              </a:defRPr>
            </a:lvl6pPr>
            <a:lvl7pPr marL="3200400" marR="0" lvl="6" indent="-431800" algn="l" rtl="0">
              <a:lnSpc>
                <a:spcPct val="100000"/>
              </a:lnSpc>
              <a:spcBef>
                <a:spcPts val="700"/>
              </a:spcBef>
              <a:spcAft>
                <a:spcPts val="0"/>
              </a:spcAft>
              <a:buClr>
                <a:srgbClr val="000000"/>
              </a:buClr>
              <a:buSzPts val="3200"/>
              <a:buFont typeface="Arial"/>
              <a:buChar char="•"/>
              <a:defRPr sz="3200" b="0" i="0" u="none" strike="noStrike" cap="none">
                <a:solidFill>
                  <a:srgbClr val="000000"/>
                </a:solidFill>
                <a:latin typeface="Arial"/>
                <a:ea typeface="Arial"/>
                <a:cs typeface="Arial"/>
                <a:sym typeface="Arial"/>
              </a:defRPr>
            </a:lvl7pPr>
            <a:lvl8pPr marL="3657600" marR="0" lvl="7" indent="-431800" algn="l" rtl="0">
              <a:lnSpc>
                <a:spcPct val="100000"/>
              </a:lnSpc>
              <a:spcBef>
                <a:spcPts val="700"/>
              </a:spcBef>
              <a:spcAft>
                <a:spcPts val="0"/>
              </a:spcAft>
              <a:buClr>
                <a:srgbClr val="000000"/>
              </a:buClr>
              <a:buSzPts val="3200"/>
              <a:buFont typeface="Arial"/>
              <a:buChar char="•"/>
              <a:defRPr sz="3200" b="0" i="0" u="none" strike="noStrike" cap="none">
                <a:solidFill>
                  <a:srgbClr val="000000"/>
                </a:solidFill>
                <a:latin typeface="Arial"/>
                <a:ea typeface="Arial"/>
                <a:cs typeface="Arial"/>
                <a:sym typeface="Arial"/>
              </a:defRPr>
            </a:lvl8pPr>
            <a:lvl9pPr marL="4114800" marR="0" lvl="8" indent="-431800" algn="l" rtl="0">
              <a:lnSpc>
                <a:spcPct val="100000"/>
              </a:lnSpc>
              <a:spcBef>
                <a:spcPts val="700"/>
              </a:spcBef>
              <a:spcAft>
                <a:spcPts val="0"/>
              </a:spcAft>
              <a:buClr>
                <a:srgbClr val="000000"/>
              </a:buClr>
              <a:buSzPts val="3200"/>
              <a:buFont typeface="Arial"/>
              <a:buChar char="•"/>
              <a:defRPr sz="3200" b="0" i="0" u="none" strike="noStrike" cap="none">
                <a:solidFill>
                  <a:srgbClr val="000000"/>
                </a:solidFill>
                <a:latin typeface="Arial"/>
                <a:ea typeface="Arial"/>
                <a:cs typeface="Arial"/>
                <a:sym typeface="Arial"/>
              </a:defRPr>
            </a:lvl9pPr>
          </a:lstStyle>
          <a:p>
            <a:endParaRPr/>
          </a:p>
        </p:txBody>
      </p:sp>
      <p:sp>
        <p:nvSpPr>
          <p:cNvPr id="7" name="Google Shape;7;p61"/>
          <p:cNvSpPr txBox="1">
            <a:spLocks noGrp="1"/>
          </p:cNvSpPr>
          <p:nvPr>
            <p:ph type="sldNum" idx="12"/>
          </p:nvPr>
        </p:nvSpPr>
        <p:spPr>
          <a:xfrm>
            <a:off x="4419600" y="6172200"/>
            <a:ext cx="2133600" cy="368301"/>
          </a:xfrm>
          <a:prstGeom prst="rect">
            <a:avLst/>
          </a:prstGeom>
          <a:noFill/>
          <a:ln>
            <a:noFill/>
          </a:ln>
        </p:spPr>
        <p:txBody>
          <a:bodyPr spcFirstLastPara="1" wrap="square" lIns="45700" tIns="45700" rIns="45700" bIns="45700" anchor="ctr" anchorCtr="0">
            <a:spAutoFit/>
          </a:bodyPr>
          <a:lstStyle>
            <a:lvl1pPr marL="0" marR="0" lvl="0"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1pPr>
            <a:lvl2pPr marL="0" marR="0" lvl="1"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2pPr>
            <a:lvl3pPr marL="0" marR="0" lvl="2"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3pPr>
            <a:lvl4pPr marL="0" marR="0" lvl="3"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4pPr>
            <a:lvl5pPr marL="0" marR="0" lvl="4"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5pPr>
            <a:lvl6pPr marL="0" marR="0" lvl="5"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6pPr>
            <a:lvl7pPr marL="0" marR="0" lvl="6"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7pPr>
            <a:lvl8pPr marL="0" marR="0" lvl="7"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8pPr>
            <a:lvl9pPr marL="0" marR="0" lvl="8"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8" name="Google Shape;8;p61"/>
          <p:cNvSpPr txBox="1">
            <a:spLocks noGrp="1"/>
          </p:cNvSpPr>
          <p:nvPr>
            <p:ph type="title"/>
          </p:nvPr>
        </p:nvSpPr>
        <p:spPr>
          <a:xfrm>
            <a:off x="628650" y="365125"/>
            <a:ext cx="7886700" cy="1325563"/>
          </a:xfrm>
          <a:prstGeom prst="rect">
            <a:avLst/>
          </a:prstGeom>
          <a:noFill/>
          <a:ln>
            <a:noFill/>
          </a:ln>
        </p:spPr>
        <p:txBody>
          <a:bodyPr spcFirstLastPara="1" wrap="square" lIns="91425" tIns="45700" rIns="91425" bIns="45700" anchor="ctr" anchorCtr="0">
            <a:normAutofit/>
          </a:bodyPr>
          <a:lstStyle>
            <a:lvl1pPr marR="0" lvl="0" algn="l" rtl="0">
              <a:lnSpc>
                <a:spcPct val="90909"/>
              </a:lnSpc>
              <a:spcBef>
                <a:spcPts val="0"/>
              </a:spcBef>
              <a:spcAft>
                <a:spcPts val="0"/>
              </a:spcAft>
              <a:buClr>
                <a:srgbClr val="FFFFFF"/>
              </a:buClr>
              <a:buSzPts val="4400"/>
              <a:buFont typeface="Arial"/>
              <a:buNone/>
              <a:defRPr sz="4400" b="1" i="0" u="none" strike="noStrike" cap="none">
                <a:solidFill>
                  <a:srgbClr val="FFFFFF"/>
                </a:solidFill>
                <a:latin typeface="Arial"/>
                <a:ea typeface="Arial"/>
                <a:cs typeface="Arial"/>
                <a:sym typeface="Arial"/>
              </a:defRPr>
            </a:lvl1pPr>
            <a:lvl2pPr marR="0" lvl="1" algn="l" rtl="0">
              <a:lnSpc>
                <a:spcPct val="90909"/>
              </a:lnSpc>
              <a:spcBef>
                <a:spcPts val="0"/>
              </a:spcBef>
              <a:spcAft>
                <a:spcPts val="0"/>
              </a:spcAft>
              <a:buClr>
                <a:srgbClr val="FFFFFF"/>
              </a:buClr>
              <a:buSzPts val="4400"/>
              <a:buFont typeface="Arial"/>
              <a:buNone/>
              <a:defRPr sz="4400" b="1" i="0" u="none" strike="noStrike" cap="none">
                <a:solidFill>
                  <a:srgbClr val="FFFFFF"/>
                </a:solidFill>
                <a:latin typeface="Arial"/>
                <a:ea typeface="Arial"/>
                <a:cs typeface="Arial"/>
                <a:sym typeface="Arial"/>
              </a:defRPr>
            </a:lvl2pPr>
            <a:lvl3pPr marR="0" lvl="2" algn="l" rtl="0">
              <a:lnSpc>
                <a:spcPct val="90909"/>
              </a:lnSpc>
              <a:spcBef>
                <a:spcPts val="0"/>
              </a:spcBef>
              <a:spcAft>
                <a:spcPts val="0"/>
              </a:spcAft>
              <a:buClr>
                <a:srgbClr val="FFFFFF"/>
              </a:buClr>
              <a:buSzPts val="4400"/>
              <a:buFont typeface="Arial"/>
              <a:buNone/>
              <a:defRPr sz="4400" b="1" i="0" u="none" strike="noStrike" cap="none">
                <a:solidFill>
                  <a:srgbClr val="FFFFFF"/>
                </a:solidFill>
                <a:latin typeface="Arial"/>
                <a:ea typeface="Arial"/>
                <a:cs typeface="Arial"/>
                <a:sym typeface="Arial"/>
              </a:defRPr>
            </a:lvl3pPr>
            <a:lvl4pPr marR="0" lvl="3" algn="l" rtl="0">
              <a:lnSpc>
                <a:spcPct val="90909"/>
              </a:lnSpc>
              <a:spcBef>
                <a:spcPts val="0"/>
              </a:spcBef>
              <a:spcAft>
                <a:spcPts val="0"/>
              </a:spcAft>
              <a:buClr>
                <a:srgbClr val="FFFFFF"/>
              </a:buClr>
              <a:buSzPts val="4400"/>
              <a:buFont typeface="Arial"/>
              <a:buNone/>
              <a:defRPr sz="4400" b="1" i="0" u="none" strike="noStrike" cap="none">
                <a:solidFill>
                  <a:srgbClr val="FFFFFF"/>
                </a:solidFill>
                <a:latin typeface="Arial"/>
                <a:ea typeface="Arial"/>
                <a:cs typeface="Arial"/>
                <a:sym typeface="Arial"/>
              </a:defRPr>
            </a:lvl4pPr>
            <a:lvl5pPr marR="0" lvl="4" algn="l" rtl="0">
              <a:lnSpc>
                <a:spcPct val="90909"/>
              </a:lnSpc>
              <a:spcBef>
                <a:spcPts val="0"/>
              </a:spcBef>
              <a:spcAft>
                <a:spcPts val="0"/>
              </a:spcAft>
              <a:buClr>
                <a:srgbClr val="FFFFFF"/>
              </a:buClr>
              <a:buSzPts val="4400"/>
              <a:buFont typeface="Arial"/>
              <a:buNone/>
              <a:defRPr sz="4400" b="1" i="0" u="none" strike="noStrike" cap="none">
                <a:solidFill>
                  <a:srgbClr val="FFFFFF"/>
                </a:solidFill>
                <a:latin typeface="Arial"/>
                <a:ea typeface="Arial"/>
                <a:cs typeface="Arial"/>
                <a:sym typeface="Arial"/>
              </a:defRPr>
            </a:lvl5pPr>
            <a:lvl6pPr marR="0" lvl="5" algn="l" rtl="0">
              <a:lnSpc>
                <a:spcPct val="90909"/>
              </a:lnSpc>
              <a:spcBef>
                <a:spcPts val="0"/>
              </a:spcBef>
              <a:spcAft>
                <a:spcPts val="0"/>
              </a:spcAft>
              <a:buClr>
                <a:srgbClr val="FFFFFF"/>
              </a:buClr>
              <a:buSzPts val="4400"/>
              <a:buFont typeface="Arial"/>
              <a:buNone/>
              <a:defRPr sz="4400" b="1" i="0" u="none" strike="noStrike" cap="none">
                <a:solidFill>
                  <a:srgbClr val="FFFFFF"/>
                </a:solidFill>
                <a:latin typeface="Arial"/>
                <a:ea typeface="Arial"/>
                <a:cs typeface="Arial"/>
                <a:sym typeface="Arial"/>
              </a:defRPr>
            </a:lvl6pPr>
            <a:lvl7pPr marR="0" lvl="6" algn="l" rtl="0">
              <a:lnSpc>
                <a:spcPct val="90909"/>
              </a:lnSpc>
              <a:spcBef>
                <a:spcPts val="0"/>
              </a:spcBef>
              <a:spcAft>
                <a:spcPts val="0"/>
              </a:spcAft>
              <a:buClr>
                <a:srgbClr val="FFFFFF"/>
              </a:buClr>
              <a:buSzPts val="4400"/>
              <a:buFont typeface="Arial"/>
              <a:buNone/>
              <a:defRPr sz="4400" b="1" i="0" u="none" strike="noStrike" cap="none">
                <a:solidFill>
                  <a:srgbClr val="FFFFFF"/>
                </a:solidFill>
                <a:latin typeface="Arial"/>
                <a:ea typeface="Arial"/>
                <a:cs typeface="Arial"/>
                <a:sym typeface="Arial"/>
              </a:defRPr>
            </a:lvl7pPr>
            <a:lvl8pPr marR="0" lvl="7" algn="l" rtl="0">
              <a:lnSpc>
                <a:spcPct val="90909"/>
              </a:lnSpc>
              <a:spcBef>
                <a:spcPts val="0"/>
              </a:spcBef>
              <a:spcAft>
                <a:spcPts val="0"/>
              </a:spcAft>
              <a:buClr>
                <a:srgbClr val="FFFFFF"/>
              </a:buClr>
              <a:buSzPts val="4400"/>
              <a:buFont typeface="Arial"/>
              <a:buNone/>
              <a:defRPr sz="4400" b="1" i="0" u="none" strike="noStrike" cap="none">
                <a:solidFill>
                  <a:srgbClr val="FFFFFF"/>
                </a:solidFill>
                <a:latin typeface="Arial"/>
                <a:ea typeface="Arial"/>
                <a:cs typeface="Arial"/>
                <a:sym typeface="Arial"/>
              </a:defRPr>
            </a:lvl8pPr>
            <a:lvl9pPr marR="0" lvl="8" algn="l" rtl="0">
              <a:lnSpc>
                <a:spcPct val="90909"/>
              </a:lnSpc>
              <a:spcBef>
                <a:spcPts val="0"/>
              </a:spcBef>
              <a:spcAft>
                <a:spcPts val="0"/>
              </a:spcAft>
              <a:buClr>
                <a:srgbClr val="FFFFFF"/>
              </a:buClr>
              <a:buSzPts val="4400"/>
              <a:buFont typeface="Arial"/>
              <a:buNone/>
              <a:defRPr sz="4400" b="1" i="0" u="none" strike="noStrike" cap="none">
                <a:solidFill>
                  <a:srgbClr val="FFFFFF"/>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66"/>
        <p:cNvGrpSpPr/>
        <p:nvPr/>
      </p:nvGrpSpPr>
      <p:grpSpPr>
        <a:xfrm>
          <a:off x="0" y="0"/>
          <a:ext cx="0" cy="0"/>
          <a:chOff x="0" y="0"/>
          <a:chExt cx="0" cy="0"/>
        </a:xfrm>
      </p:grpSpPr>
      <p:sp>
        <p:nvSpPr>
          <p:cNvPr id="167" name="Google Shape;167;p6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68" name="Google Shape;168;p6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69" name="Google Shape;169;p6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70" name="Google Shape;170;p6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71" name="Google Shape;171;p6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5" r:id="rId2"/>
    <p:sldLayoutId id="2147483666" r:id="rId3"/>
    <p:sldLayoutId id="2147483667" r:id="rId4"/>
    <p:sldLayoutId id="2147483668" r:id="rId5"/>
    <p:sldLayoutId id="2147483669" r:id="rId6"/>
    <p:sldLayoutId id="2147483670" r:id="rId7"/>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288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3" Type="http://schemas.openxmlformats.org/officeDocument/2006/relationships/hyperlink" Target="https://www.youtube.com/watch?v=SSo_EIwHSd4&amp;t=8s" TargetMode="External"/><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2" Type="http://schemas.openxmlformats.org/officeDocument/2006/relationships/hyperlink" Target="https://10015.io/tools/md5-encrypt-decrypt" TargetMode="External"/><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3" Type="http://schemas.openxmlformats.org/officeDocument/2006/relationships/hyperlink" Target="https://emn178.github.io/online-tools/sha256.html" TargetMode="External"/><Relationship Id="rId2" Type="http://schemas.openxmlformats.org/officeDocument/2006/relationships/hyperlink" Target="https://10015.io/tools/md5-encrypt-decrypt" TargetMode="External"/><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1"/>
          <p:cNvSpPr txBox="1">
            <a:spLocks noGrp="1"/>
          </p:cNvSpPr>
          <p:nvPr>
            <p:ph type="title"/>
          </p:nvPr>
        </p:nvSpPr>
        <p:spPr>
          <a:xfrm>
            <a:off x="1944210" y="3810000"/>
            <a:ext cx="6590190" cy="1524000"/>
          </a:xfrm>
          <a:prstGeom prst="rect">
            <a:avLst/>
          </a:prstGeom>
          <a:noFill/>
          <a:ln>
            <a:noFill/>
          </a:ln>
        </p:spPr>
        <p:txBody>
          <a:bodyPr spcFirstLastPara="1" wrap="square" lIns="91425" tIns="45700" rIns="91425" bIns="45700" anchor="ctr" anchorCtr="0">
            <a:normAutofit/>
          </a:bodyPr>
          <a:lstStyle/>
          <a:p>
            <a:pPr lvl="0" algn="r">
              <a:lnSpc>
                <a:spcPct val="90909"/>
              </a:lnSpc>
              <a:buSzPts val="4400"/>
            </a:pPr>
            <a:r>
              <a:rPr lang="en-IN" sz="2800" dirty="0" err="1"/>
              <a:t>Blockchain</a:t>
            </a:r>
            <a:r>
              <a:rPr lang="en-IN" sz="2800" dirty="0"/>
              <a:t> Technologies &amp; Systems</a:t>
            </a:r>
            <a:endParaRPr sz="2800" i="0" u="none" strike="noStrike" cap="none" dirty="0">
              <a:solidFill>
                <a:srgbClr val="FFFFFF"/>
              </a:solidFill>
              <a:sym typeface="Arial"/>
            </a:endParaRPr>
          </a:p>
        </p:txBody>
      </p:sp>
      <p:sp>
        <p:nvSpPr>
          <p:cNvPr id="283" name="Google Shape;283;p1"/>
          <p:cNvSpPr txBox="1">
            <a:spLocks noGrp="1"/>
          </p:cNvSpPr>
          <p:nvPr>
            <p:ph type="body" idx="1"/>
          </p:nvPr>
        </p:nvSpPr>
        <p:spPr>
          <a:xfrm>
            <a:off x="2514600" y="5693004"/>
            <a:ext cx="6019800" cy="533400"/>
          </a:xfrm>
          <a:prstGeom prst="rect">
            <a:avLst/>
          </a:prstGeom>
          <a:noFill/>
          <a:ln>
            <a:noFill/>
          </a:ln>
        </p:spPr>
        <p:txBody>
          <a:bodyPr spcFirstLastPara="1" wrap="square" lIns="45700" tIns="45700" rIns="45700" bIns="45700" anchor="b" anchorCtr="0">
            <a:noAutofit/>
          </a:bodyPr>
          <a:lstStyle/>
          <a:p>
            <a:pPr marL="0" lvl="0" indent="0" algn="r" rtl="0">
              <a:lnSpc>
                <a:spcPct val="100000"/>
              </a:lnSpc>
              <a:spcBef>
                <a:spcPts val="0"/>
              </a:spcBef>
              <a:spcAft>
                <a:spcPts val="0"/>
              </a:spcAft>
              <a:buClr>
                <a:schemeClr val="lt1"/>
              </a:buClr>
              <a:buSzPts val="1800"/>
              <a:buNone/>
            </a:pPr>
            <a:r>
              <a:rPr lang="en-US" b="1" dirty="0">
                <a:solidFill>
                  <a:schemeClr val="lt1"/>
                </a:solidFill>
                <a:latin typeface="Arial Rounded"/>
                <a:ea typeface="Arial Rounded"/>
                <a:cs typeface="Arial Rounded"/>
                <a:sym typeface="Arial Rounded"/>
              </a:rPr>
              <a:t>	</a:t>
            </a:r>
            <a:endParaRPr dirty="0"/>
          </a:p>
          <a:p>
            <a:pPr marL="0" lvl="0" indent="0" algn="r" rtl="0">
              <a:lnSpc>
                <a:spcPct val="100000"/>
              </a:lnSpc>
              <a:spcBef>
                <a:spcPts val="0"/>
              </a:spcBef>
              <a:spcAft>
                <a:spcPts val="0"/>
              </a:spcAft>
              <a:buClr>
                <a:srgbClr val="FFFFFF"/>
              </a:buClr>
              <a:buSzPts val="1800"/>
              <a:buNone/>
            </a:pPr>
            <a:endParaRPr b="1" dirty="0">
              <a:solidFill>
                <a:schemeClr val="lt1"/>
              </a:solidFill>
              <a:latin typeface="Arial Rounded"/>
              <a:ea typeface="Arial Rounded"/>
              <a:cs typeface="Arial Rounded"/>
              <a:sym typeface="Arial Rounded"/>
            </a:endParaRPr>
          </a:p>
          <a:p>
            <a:pPr marL="0" lvl="0" indent="0" algn="r" rtl="0">
              <a:lnSpc>
                <a:spcPct val="100000"/>
              </a:lnSpc>
              <a:spcBef>
                <a:spcPts val="0"/>
              </a:spcBef>
              <a:spcAft>
                <a:spcPts val="0"/>
              </a:spcAft>
              <a:buClr>
                <a:srgbClr val="FFFFFF"/>
              </a:buClr>
              <a:buSzPts val="1800"/>
              <a:buNone/>
            </a:pPr>
            <a:endParaRPr b="1" dirty="0">
              <a:solidFill>
                <a:schemeClr val="lt1"/>
              </a:solidFill>
              <a:latin typeface="Arial Rounded"/>
              <a:ea typeface="Arial Rounded"/>
              <a:cs typeface="Arial Rounded"/>
              <a:sym typeface="Arial Rounded"/>
            </a:endParaRPr>
          </a:p>
          <a:p>
            <a:pPr marL="0" lvl="0" indent="0" algn="r" rtl="0">
              <a:lnSpc>
                <a:spcPct val="100000"/>
              </a:lnSpc>
              <a:spcBef>
                <a:spcPts val="0"/>
              </a:spcBef>
              <a:spcAft>
                <a:spcPts val="0"/>
              </a:spcAft>
              <a:buClr>
                <a:srgbClr val="FFFFFF"/>
              </a:buClr>
              <a:buSzPts val="1800"/>
              <a:buNone/>
            </a:pPr>
            <a:endParaRPr b="1" dirty="0">
              <a:solidFill>
                <a:schemeClr val="lt1"/>
              </a:solidFill>
              <a:latin typeface="Arial Rounded"/>
              <a:ea typeface="Arial Rounded"/>
              <a:cs typeface="Arial Rounded"/>
              <a:sym typeface="Arial Rounde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sp>
        <p:nvSpPr>
          <p:cNvPr id="288" name="Google Shape;288;p2"/>
          <p:cNvSpPr txBox="1">
            <a:spLocks noGrp="1"/>
          </p:cNvSpPr>
          <p:nvPr>
            <p:ph type="body" idx="1"/>
          </p:nvPr>
        </p:nvSpPr>
        <p:spPr>
          <a:xfrm>
            <a:off x="342900" y="4977984"/>
            <a:ext cx="8458200" cy="1626016"/>
          </a:xfrm>
          <a:prstGeom prst="rect">
            <a:avLst/>
          </a:prstGeom>
          <a:noFill/>
          <a:ln>
            <a:noFill/>
          </a:ln>
        </p:spPr>
        <p:txBody>
          <a:bodyPr spcFirstLastPara="1" wrap="square" lIns="45700" tIns="45700" rIns="45700" bIns="45700" anchor="t" anchorCtr="0">
            <a:normAutofit fontScale="55000" lnSpcReduction="20000"/>
          </a:bodyPr>
          <a:lstStyle/>
          <a:p>
            <a:pPr marL="0" indent="0" algn="ctr"/>
            <a:r>
              <a:rPr lang="en-IN" dirty="0"/>
              <a:t>SEZG569</a:t>
            </a:r>
            <a:r>
              <a:rPr lang="en-US" dirty="0"/>
              <a:t> – Blockchain Technologies &amp; Systems</a:t>
            </a:r>
            <a:br>
              <a:rPr lang="en-US" dirty="0"/>
            </a:br>
            <a:endParaRPr dirty="0"/>
          </a:p>
          <a:p>
            <a:pPr marL="0" lvl="0" indent="0" algn="ctr" rtl="0">
              <a:lnSpc>
                <a:spcPct val="104999"/>
              </a:lnSpc>
              <a:spcBef>
                <a:spcPts val="0"/>
              </a:spcBef>
              <a:spcAft>
                <a:spcPts val="0"/>
              </a:spcAft>
              <a:buClr>
                <a:srgbClr val="000000"/>
              </a:buClr>
              <a:buSzPts val="4000"/>
              <a:buNone/>
            </a:pPr>
            <a:r>
              <a:rPr lang="en-US" dirty="0"/>
              <a:t>Lecture No. 01</a:t>
            </a:r>
          </a:p>
          <a:p>
            <a:pPr marL="0" lvl="0" indent="0" algn="ctr" rtl="0">
              <a:lnSpc>
                <a:spcPct val="104999"/>
              </a:lnSpc>
              <a:spcBef>
                <a:spcPts val="0"/>
              </a:spcBef>
              <a:spcAft>
                <a:spcPts val="0"/>
              </a:spcAft>
              <a:buClr>
                <a:srgbClr val="000000"/>
              </a:buClr>
              <a:buSzPts val="4000"/>
              <a:buNone/>
            </a:pPr>
            <a:r>
              <a:rPr lang="en-US" dirty="0"/>
              <a:t>					</a:t>
            </a:r>
            <a:r>
              <a:rPr lang="en-US" dirty="0" err="1"/>
              <a:t>Dr.Animesh</a:t>
            </a:r>
            <a:r>
              <a:rPr lang="en-US" dirty="0"/>
              <a:t> Giri</a:t>
            </a:r>
          </a:p>
          <a:p>
            <a:pPr marL="0" lvl="0" indent="0" algn="ctr"/>
            <a:r>
              <a:rPr lang="en-US" dirty="0"/>
              <a:t>				</a:t>
            </a:r>
            <a:r>
              <a:rPr lang="en-US" dirty="0" err="1"/>
              <a:t>animesh.giri@wilp.bits-pilani.ac.in</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US"/>
              <a:t>3</a:t>
            </a:fld>
            <a:endParaRPr/>
          </a:p>
        </p:txBody>
      </p:sp>
      <p:sp>
        <p:nvSpPr>
          <p:cNvPr id="307" name="Google Shape;307;p5"/>
          <p:cNvSpPr txBox="1"/>
          <p:nvPr/>
        </p:nvSpPr>
        <p:spPr>
          <a:xfrm>
            <a:off x="220575" y="536204"/>
            <a:ext cx="6120680" cy="850106"/>
          </a:xfrm>
          <a:prstGeom prst="rect">
            <a:avLst/>
          </a:prstGeom>
          <a:noFill/>
          <a:ln>
            <a:noFill/>
          </a:ln>
        </p:spPr>
        <p:txBody>
          <a:bodyPr spcFirstLastPara="1" wrap="square" lIns="91425" tIns="45700" rIns="91425" bIns="45700" anchor="ctr" anchorCtr="0">
            <a:normAutofit/>
          </a:bodyPr>
          <a:lstStyle/>
          <a:p>
            <a:pPr marL="0" marR="0" lvl="0" indent="0" algn="l" rtl="0">
              <a:lnSpc>
                <a:spcPct val="100000"/>
              </a:lnSpc>
              <a:spcBef>
                <a:spcPts val="0"/>
              </a:spcBef>
              <a:spcAft>
                <a:spcPts val="0"/>
              </a:spcAft>
              <a:buClr>
                <a:srgbClr val="000000"/>
              </a:buClr>
              <a:buSzPts val="4400"/>
              <a:buFont typeface="Arial"/>
              <a:buNone/>
            </a:pPr>
            <a:r>
              <a:rPr lang="en-US" sz="4400" b="0" i="0" u="none" strike="noStrike" cap="none" dirty="0">
                <a:solidFill>
                  <a:srgbClr val="000000"/>
                </a:solidFill>
                <a:latin typeface="+mj-lt"/>
                <a:ea typeface="Times New Roman"/>
                <a:cs typeface="Times New Roman"/>
                <a:sym typeface="Times New Roman"/>
              </a:rPr>
              <a:t>Contents</a:t>
            </a:r>
            <a:endParaRPr sz="1400" b="0" i="0" u="none" strike="noStrike" cap="none" dirty="0">
              <a:solidFill>
                <a:srgbClr val="000000"/>
              </a:solidFill>
              <a:latin typeface="+mj-lt"/>
              <a:sym typeface="Arial"/>
            </a:endParaRPr>
          </a:p>
        </p:txBody>
      </p:sp>
      <p:sp>
        <p:nvSpPr>
          <p:cNvPr id="308" name="Google Shape;308;p5"/>
          <p:cNvSpPr txBox="1"/>
          <p:nvPr/>
        </p:nvSpPr>
        <p:spPr>
          <a:xfrm>
            <a:off x="398107" y="6195823"/>
            <a:ext cx="611560" cy="29311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400"/>
              <a:buFont typeface="Calibri"/>
              <a:buNone/>
            </a:pPr>
            <a:fld id="{00000000-1234-1234-1234-123412341234}" type="slidenum">
              <a:rPr lang="en-US" sz="1400" b="0" i="0" u="none" strike="noStrike" cap="none">
                <a:solidFill>
                  <a:schemeClr val="dk1"/>
                </a:solidFill>
                <a:latin typeface="Calibri"/>
                <a:ea typeface="Calibri"/>
                <a:cs typeface="Calibri"/>
                <a:sym typeface="Calibri"/>
              </a:rPr>
              <a:t>3</a:t>
            </a:fld>
            <a:endParaRPr sz="1400" b="0" i="0" u="none" strike="noStrike" cap="none">
              <a:solidFill>
                <a:schemeClr val="dk1"/>
              </a:solidFill>
              <a:latin typeface="Calibri"/>
              <a:ea typeface="Calibri"/>
              <a:cs typeface="Calibri"/>
              <a:sym typeface="Calibri"/>
            </a:endParaRPr>
          </a:p>
        </p:txBody>
      </p:sp>
      <p:sp>
        <p:nvSpPr>
          <p:cNvPr id="310" name="Google Shape;310;p5"/>
          <p:cNvSpPr txBox="1">
            <a:spLocks noGrp="1"/>
          </p:cNvSpPr>
          <p:nvPr>
            <p:ph type="body" idx="1"/>
          </p:nvPr>
        </p:nvSpPr>
        <p:spPr>
          <a:xfrm>
            <a:off x="220575" y="1403675"/>
            <a:ext cx="8803200" cy="5067900"/>
          </a:xfrm>
          <a:prstGeom prst="rect">
            <a:avLst/>
          </a:prstGeom>
          <a:noFill/>
          <a:ln>
            <a:noFill/>
          </a:ln>
        </p:spPr>
        <p:txBody>
          <a:bodyPr spcFirstLastPara="1" wrap="square" lIns="91425" tIns="45700" rIns="91425" bIns="45700" anchor="t" anchorCtr="0">
            <a:normAutofit/>
          </a:bodyPr>
          <a:lstStyle/>
          <a:p>
            <a:pPr marL="514350" lvl="0" indent="-514350">
              <a:lnSpc>
                <a:spcPct val="105882"/>
              </a:lnSpc>
              <a:buSzPts val="3400"/>
              <a:buAutoNum type="arabicPeriod"/>
            </a:pPr>
            <a:r>
              <a:rPr lang="en-US" sz="2800" dirty="0">
                <a:latin typeface="+mn-lt"/>
                <a:ea typeface="Times New Roman"/>
                <a:cs typeface="Times New Roman"/>
                <a:sym typeface="Times New Roman"/>
              </a:rPr>
              <a:t>RL1.1-Elements of Cryptography</a:t>
            </a:r>
          </a:p>
          <a:p>
            <a:pPr marL="514350" lvl="0" indent="-514350">
              <a:lnSpc>
                <a:spcPct val="105882"/>
              </a:lnSpc>
              <a:buSzPts val="3400"/>
              <a:buAutoNum type="arabicPeriod"/>
            </a:pPr>
            <a:r>
              <a:rPr lang="en-US" sz="2800" dirty="0">
                <a:latin typeface="+mn-lt"/>
                <a:ea typeface="Times New Roman"/>
                <a:cs typeface="Times New Roman"/>
                <a:sym typeface="Times New Roman"/>
              </a:rPr>
              <a:t>RL1.2-Public key cryptographic hashing</a:t>
            </a:r>
          </a:p>
          <a:p>
            <a:pPr marL="0" lvl="0" indent="0">
              <a:lnSpc>
                <a:spcPct val="105882"/>
              </a:lnSpc>
              <a:buSzPts val="3400"/>
            </a:pPr>
            <a:endParaRPr lang="en-US" sz="2800" dirty="0">
              <a:latin typeface="+mn-lt"/>
              <a:ea typeface="Times New Roman"/>
              <a:cs typeface="Times New Roman"/>
              <a:sym typeface="Times New Roman"/>
            </a:endParaRPr>
          </a:p>
          <a:p>
            <a:pPr marL="0" lvl="0" indent="0">
              <a:lnSpc>
                <a:spcPct val="105882"/>
              </a:lnSpc>
              <a:buSzPts val="3400"/>
            </a:pPr>
            <a:r>
              <a:rPr lang="en-US" sz="2800" dirty="0">
                <a:latin typeface="+mn-lt"/>
                <a:ea typeface="Times New Roman"/>
                <a:cs typeface="Times New Roman"/>
                <a:sym typeface="Times New Roman"/>
              </a:rPr>
              <a:t>CS:</a:t>
            </a:r>
          </a:p>
          <a:p>
            <a:pPr marL="514350" lvl="0" indent="-514350">
              <a:lnSpc>
                <a:spcPct val="105882"/>
              </a:lnSpc>
              <a:buSzPts val="3400"/>
              <a:buAutoNum type="arabicPeriod"/>
            </a:pPr>
            <a:r>
              <a:rPr lang="en-US" sz="2800" dirty="0">
                <a:latin typeface="+mn-lt"/>
                <a:ea typeface="Times New Roman"/>
                <a:cs typeface="Times New Roman"/>
                <a:sym typeface="Times New Roman"/>
              </a:rPr>
              <a:t>CS1.1.1 Machines that encrypted in the past</a:t>
            </a:r>
          </a:p>
          <a:p>
            <a:pPr marL="514350" lvl="0" indent="-514350">
              <a:lnSpc>
                <a:spcPct val="105882"/>
              </a:lnSpc>
              <a:buSzPts val="3400"/>
              <a:buAutoNum type="arabicPeriod"/>
            </a:pPr>
            <a:r>
              <a:rPr lang="en-US" sz="2800" dirty="0">
                <a:latin typeface="+mn-lt"/>
                <a:ea typeface="Times New Roman"/>
                <a:cs typeface="Times New Roman"/>
                <a:sym typeface="Times New Roman"/>
              </a:rPr>
              <a:t>CS1.1.2   Modern encryption</a:t>
            </a:r>
          </a:p>
          <a:p>
            <a:pPr marL="514350" lvl="0" indent="-514350">
              <a:lnSpc>
                <a:spcPct val="105882"/>
              </a:lnSpc>
              <a:buSzPts val="3400"/>
              <a:buAutoNum type="arabicPeriod"/>
            </a:pPr>
            <a:r>
              <a:rPr lang="en-US" sz="2800" dirty="0">
                <a:latin typeface="+mn-lt"/>
                <a:ea typeface="Times New Roman"/>
                <a:cs typeface="Times New Roman"/>
                <a:sym typeface="Times New Roman"/>
              </a:rPr>
              <a:t>CS1.1.3 Hashing</a:t>
            </a:r>
          </a:p>
          <a:p>
            <a:pPr marL="514350" lvl="0" indent="-514350">
              <a:lnSpc>
                <a:spcPct val="105882"/>
              </a:lnSpc>
              <a:buSzPts val="3400"/>
              <a:buAutoNum type="arabicPeriod"/>
            </a:pPr>
            <a:r>
              <a:rPr lang="en-US" sz="2800" dirty="0">
                <a:latin typeface="+mn-lt"/>
                <a:ea typeface="Times New Roman"/>
                <a:cs typeface="Times New Roman"/>
                <a:sym typeface="Times New Roman"/>
              </a:rPr>
              <a:t>CS 1.1.4 Blocks to Hashes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US"/>
              <a:t>4</a:t>
            </a:fld>
            <a:endParaRPr/>
          </a:p>
        </p:txBody>
      </p:sp>
      <p:sp>
        <p:nvSpPr>
          <p:cNvPr id="2" name="Rectangle 1"/>
          <p:cNvSpPr/>
          <p:nvPr/>
        </p:nvSpPr>
        <p:spPr>
          <a:xfrm>
            <a:off x="861392" y="2734025"/>
            <a:ext cx="7553482" cy="707886"/>
          </a:xfrm>
          <a:prstGeom prst="rect">
            <a:avLst/>
          </a:prstGeom>
        </p:spPr>
        <p:txBody>
          <a:bodyPr wrap="square">
            <a:spAutoFit/>
          </a:bodyPr>
          <a:lstStyle/>
          <a:p>
            <a:r>
              <a:rPr lang="en-US" sz="2000" dirty="0">
                <a:hlinkClick r:id="rId3"/>
              </a:rPr>
              <a:t>https://www.youtube.com/watch?v=SSo_EIwHSd4&amp;t=8s</a:t>
            </a:r>
            <a:endParaRPr lang="en-US" sz="2000" dirty="0"/>
          </a:p>
          <a:p>
            <a:endParaRPr lang="en-US" sz="2000" dirty="0"/>
          </a:p>
        </p:txBody>
      </p:sp>
      <p:sp>
        <p:nvSpPr>
          <p:cNvPr id="4" name="Rectangle 3"/>
          <p:cNvSpPr/>
          <p:nvPr/>
        </p:nvSpPr>
        <p:spPr>
          <a:xfrm>
            <a:off x="294836" y="667947"/>
            <a:ext cx="4620176" cy="523220"/>
          </a:xfrm>
          <a:prstGeom prst="rect">
            <a:avLst/>
          </a:prstGeom>
        </p:spPr>
        <p:txBody>
          <a:bodyPr wrap="none">
            <a:spAutoFit/>
          </a:bodyPr>
          <a:lstStyle/>
          <a:p>
            <a:r>
              <a:rPr lang="en-US" sz="2800" b="1" dirty="0" err="1">
                <a:latin typeface="+mj-lt"/>
              </a:rPr>
              <a:t>Blockchain</a:t>
            </a:r>
            <a:r>
              <a:rPr lang="en-US" sz="2800" b="1" dirty="0">
                <a:latin typeface="+mj-lt"/>
              </a:rPr>
              <a:t> Technologies </a:t>
            </a:r>
            <a:endParaRPr lang="en-IN" sz="2800" b="1" dirty="0">
              <a:latin typeface="+mj-l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US"/>
              <a:t>5</a:t>
            </a:fld>
            <a:endParaRPr/>
          </a:p>
        </p:txBody>
      </p:sp>
      <p:sp>
        <p:nvSpPr>
          <p:cNvPr id="4" name="Rectangle 3"/>
          <p:cNvSpPr/>
          <p:nvPr/>
        </p:nvSpPr>
        <p:spPr>
          <a:xfrm>
            <a:off x="294836" y="667947"/>
            <a:ext cx="6657592" cy="523220"/>
          </a:xfrm>
          <a:prstGeom prst="rect">
            <a:avLst/>
          </a:prstGeom>
        </p:spPr>
        <p:txBody>
          <a:bodyPr wrap="none">
            <a:spAutoFit/>
          </a:bodyPr>
          <a:lstStyle/>
          <a:p>
            <a:r>
              <a:rPr lang="en-US" sz="2800" b="1" dirty="0">
                <a:latin typeface="+mj-lt"/>
              </a:rPr>
              <a:t>Machines That Encrypted In The Past </a:t>
            </a:r>
            <a:endParaRPr lang="en-IN" sz="2800" b="1" dirty="0">
              <a:latin typeface="+mj-lt"/>
            </a:endParaRPr>
          </a:p>
        </p:txBody>
      </p:sp>
      <p:sp>
        <p:nvSpPr>
          <p:cNvPr id="3" name="Rectangle 1"/>
          <p:cNvSpPr>
            <a:spLocks noChangeArrowheads="1"/>
          </p:cNvSpPr>
          <p:nvPr/>
        </p:nvSpPr>
        <p:spPr bwMode="auto">
          <a:xfrm>
            <a:off x="437321" y="372386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800" b="0" i="0" u="none" strike="noStrike" cap="none" normalizeH="0" baseline="0" dirty="0">
                <a:ln>
                  <a:noFill/>
                </a:ln>
                <a:solidFill>
                  <a:schemeClr val="tx1"/>
                </a:solidFill>
                <a:effectLst/>
                <a:latin typeface="Arial" panose="020B0604020202020204" pitchFamily="34" charset="0"/>
              </a:rPr>
              <a:t>Caesar Cipher Wheel</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800" b="0" i="0" u="none" strike="noStrike" cap="none" normalizeH="0" baseline="0" dirty="0">
                <a:ln>
                  <a:noFill/>
                </a:ln>
                <a:solidFill>
                  <a:schemeClr val="tx1"/>
                </a:solidFill>
                <a:effectLst/>
                <a:latin typeface="Arial" panose="020B0604020202020204" pitchFamily="34" charset="0"/>
              </a:rPr>
              <a:t>Jefferson Disk Cipher</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800" b="0" i="0" u="none" strike="noStrike" cap="none" normalizeH="0" baseline="0" dirty="0">
                <a:ln>
                  <a:noFill/>
                </a:ln>
                <a:solidFill>
                  <a:schemeClr val="tx1"/>
                </a:solidFill>
                <a:effectLst/>
                <a:latin typeface="Arial" panose="020B0604020202020204" pitchFamily="34" charset="0"/>
              </a:rPr>
              <a:t>Enigma Machine</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800" b="0" i="0" u="none" strike="noStrike" cap="none" normalizeH="0" baseline="0" dirty="0">
                <a:ln>
                  <a:noFill/>
                </a:ln>
                <a:solidFill>
                  <a:schemeClr val="tx1"/>
                </a:solidFill>
                <a:effectLst/>
                <a:latin typeface="Arial" panose="020B0604020202020204" pitchFamily="34" charset="0"/>
              </a:rPr>
              <a:t>Purple Cipher Machine</a:t>
            </a: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sz="1800" b="0" i="0" u="none" strike="noStrike" cap="none" normalizeH="0" baseline="0" dirty="0">
                <a:ln>
                  <a:noFill/>
                </a:ln>
                <a:solidFill>
                  <a:schemeClr val="tx1"/>
                </a:solidFill>
                <a:effectLst/>
                <a:latin typeface="Arial" panose="020B0604020202020204" pitchFamily="34" charset="0"/>
              </a:rPr>
              <a:t>Bombe Machine</a:t>
            </a:r>
          </a:p>
          <a:p>
            <a:pPr marL="0" marR="0" lvl="0" indent="0" algn="l" defTabSz="914400" rtl="0" eaLnBrk="0" fontAlgn="base" latinLnBrk="0" hangingPunct="0">
              <a:lnSpc>
                <a:spcPct val="100000"/>
              </a:lnSpc>
              <a:spcBef>
                <a:spcPct val="0"/>
              </a:spcBef>
              <a:spcAft>
                <a:spcPct val="0"/>
              </a:spcAft>
              <a:buClrTx/>
              <a:buSzTx/>
              <a:buFontTx/>
              <a:buAutoNum type="arabicPeriod" startAt="6"/>
              <a:tabLst/>
            </a:pPr>
            <a:r>
              <a:rPr kumimoji="0" lang="en-US" altLang="en-US" sz="1800" b="0" i="0" u="none" strike="noStrike" cap="none" normalizeH="0" baseline="0" dirty="0">
                <a:ln>
                  <a:noFill/>
                </a:ln>
                <a:solidFill>
                  <a:schemeClr val="tx1"/>
                </a:solidFill>
                <a:effectLst/>
                <a:latin typeface="Arial" panose="020B0604020202020204" pitchFamily="34" charset="0"/>
              </a:rPr>
              <a:t>SIGABA Machine</a:t>
            </a:r>
          </a:p>
          <a:p>
            <a:pPr marL="0" marR="0" lvl="0" indent="0" algn="l" defTabSz="914400" rtl="0" eaLnBrk="0" fontAlgn="base" latinLnBrk="0" hangingPunct="0">
              <a:lnSpc>
                <a:spcPct val="100000"/>
              </a:lnSpc>
              <a:spcBef>
                <a:spcPct val="0"/>
              </a:spcBef>
              <a:spcAft>
                <a:spcPct val="0"/>
              </a:spcAft>
              <a:buClrTx/>
              <a:buSzTx/>
              <a:buFontTx/>
              <a:buAutoNum type="arabicPeriod" startAt="7"/>
              <a:tabLst/>
            </a:pPr>
            <a:r>
              <a:rPr kumimoji="0" lang="en-US" altLang="en-US" sz="1800" b="0" i="0" u="none" strike="noStrike" cap="none" normalizeH="0" baseline="0" dirty="0">
                <a:ln>
                  <a:noFill/>
                </a:ln>
                <a:solidFill>
                  <a:schemeClr val="tx1"/>
                </a:solidFill>
                <a:effectLst/>
                <a:latin typeface="Arial" panose="020B0604020202020204" pitchFamily="34" charset="0"/>
              </a:rPr>
              <a:t>Lorenz Cipher Machine</a:t>
            </a:r>
          </a:p>
          <a:p>
            <a:pPr marL="0" marR="0" lvl="0" indent="0" algn="l" defTabSz="914400" rtl="0" eaLnBrk="0" fontAlgn="base" latinLnBrk="0" hangingPunct="0">
              <a:lnSpc>
                <a:spcPct val="100000"/>
              </a:lnSpc>
              <a:spcBef>
                <a:spcPct val="0"/>
              </a:spcBef>
              <a:spcAft>
                <a:spcPct val="0"/>
              </a:spcAft>
              <a:buClrTx/>
              <a:buSzTx/>
              <a:buFontTx/>
              <a:buAutoNum type="arabicPeriod" startAt="8"/>
              <a:tabLst/>
            </a:pPr>
            <a:r>
              <a:rPr kumimoji="0" lang="en-US" altLang="en-US" sz="1800" b="0" i="0" u="none" strike="noStrike" cap="none" normalizeH="0" baseline="0" dirty="0" err="1">
                <a:ln>
                  <a:noFill/>
                </a:ln>
                <a:solidFill>
                  <a:schemeClr val="tx1"/>
                </a:solidFill>
                <a:effectLst/>
                <a:latin typeface="Arial" panose="020B0604020202020204" pitchFamily="34" charset="0"/>
              </a:rPr>
              <a:t>Hagelin</a:t>
            </a:r>
            <a:r>
              <a:rPr kumimoji="0" lang="en-US" altLang="en-US" sz="1800" b="0" i="0" u="none" strike="noStrike" cap="none" normalizeH="0" baseline="0" dirty="0">
                <a:ln>
                  <a:noFill/>
                </a:ln>
                <a:solidFill>
                  <a:schemeClr val="tx1"/>
                </a:solidFill>
                <a:effectLst/>
                <a:latin typeface="Arial" panose="020B0604020202020204" pitchFamily="34" charset="0"/>
              </a:rPr>
              <a:t> Cipher Machine</a:t>
            </a:r>
          </a:p>
          <a:p>
            <a:pPr marL="0" marR="0" lvl="0" indent="0" algn="l" defTabSz="914400" rtl="0" eaLnBrk="0" fontAlgn="base" latinLnBrk="0" hangingPunct="0">
              <a:lnSpc>
                <a:spcPct val="100000"/>
              </a:lnSpc>
              <a:spcBef>
                <a:spcPct val="0"/>
              </a:spcBef>
              <a:spcAft>
                <a:spcPct val="0"/>
              </a:spcAft>
              <a:buClrTx/>
              <a:buSzTx/>
              <a:buFontTx/>
              <a:buAutoNum type="arabicPeriod" startAt="9"/>
              <a:tabLst/>
            </a:pPr>
            <a:r>
              <a:rPr kumimoji="0" lang="en-US" altLang="en-US" sz="1800" b="0" i="0" u="none" strike="noStrike" cap="none" normalizeH="0" baseline="0" dirty="0">
                <a:ln>
                  <a:noFill/>
                </a:ln>
                <a:solidFill>
                  <a:schemeClr val="tx1"/>
                </a:solidFill>
                <a:effectLst/>
                <a:latin typeface="Arial" panose="020B0604020202020204" pitchFamily="34" charset="0"/>
              </a:rPr>
              <a:t>M-209 Converter</a:t>
            </a:r>
          </a:p>
          <a:p>
            <a:pPr marL="0" marR="0" lvl="0" indent="0" algn="l" defTabSz="914400" rtl="0" eaLnBrk="0" fontAlgn="base" latinLnBrk="0" hangingPunct="0">
              <a:lnSpc>
                <a:spcPct val="100000"/>
              </a:lnSpc>
              <a:spcBef>
                <a:spcPct val="0"/>
              </a:spcBef>
              <a:spcAft>
                <a:spcPct val="0"/>
              </a:spcAft>
              <a:buClrTx/>
              <a:buSzTx/>
              <a:buFontTx/>
              <a:buAutoNum type="arabicPeriod" startAt="10"/>
              <a:tabLst/>
            </a:pPr>
            <a:r>
              <a:rPr kumimoji="0" lang="en-US" altLang="en-US" sz="1800" b="0" i="0" u="none" strike="noStrike" cap="none" normalizeH="0" baseline="0" dirty="0" err="1">
                <a:ln>
                  <a:noFill/>
                </a:ln>
                <a:solidFill>
                  <a:schemeClr val="tx1"/>
                </a:solidFill>
                <a:effectLst/>
                <a:latin typeface="Arial" panose="020B0604020202020204" pitchFamily="34" charset="0"/>
              </a:rPr>
              <a:t>Hebern</a:t>
            </a:r>
            <a:r>
              <a:rPr kumimoji="0" lang="en-US" altLang="en-US" sz="1800" b="0" i="0" u="none" strike="noStrike" cap="none" normalizeH="0" baseline="0" dirty="0">
                <a:ln>
                  <a:noFill/>
                </a:ln>
                <a:solidFill>
                  <a:schemeClr val="tx1"/>
                </a:solidFill>
                <a:effectLst/>
                <a:latin typeface="Arial" panose="020B0604020202020204" pitchFamily="34" charset="0"/>
              </a:rPr>
              <a:t> Rotor Machine</a:t>
            </a:r>
          </a:p>
          <a:p>
            <a:pPr marL="0" marR="0" lvl="0" indent="0" algn="l" defTabSz="914400" rtl="0" eaLnBrk="0" fontAlgn="base" latinLnBrk="0" hangingPunct="0">
              <a:lnSpc>
                <a:spcPct val="100000"/>
              </a:lnSpc>
              <a:spcBef>
                <a:spcPct val="0"/>
              </a:spcBef>
              <a:spcAft>
                <a:spcPct val="0"/>
              </a:spcAft>
              <a:buClrTx/>
              <a:buSzTx/>
              <a:buFontTx/>
              <a:buAutoNum type="arabicPeriod" startAt="11"/>
              <a:tabLst/>
            </a:pPr>
            <a:r>
              <a:rPr kumimoji="0" lang="en-US" altLang="en-US" sz="1800" b="0" i="0" u="none" strike="noStrike" cap="none" normalizeH="0" baseline="0" dirty="0" err="1">
                <a:ln>
                  <a:noFill/>
                </a:ln>
                <a:solidFill>
                  <a:schemeClr val="tx1"/>
                </a:solidFill>
                <a:effectLst/>
                <a:latin typeface="Arial" panose="020B0604020202020204" pitchFamily="34" charset="0"/>
              </a:rPr>
              <a:t>Playfair</a:t>
            </a:r>
            <a:r>
              <a:rPr kumimoji="0" lang="en-US" altLang="en-US" sz="1800" b="0" i="0" u="none" strike="noStrike" cap="none" normalizeH="0" baseline="0" dirty="0">
                <a:ln>
                  <a:noFill/>
                </a:ln>
                <a:solidFill>
                  <a:schemeClr val="tx1"/>
                </a:solidFill>
                <a:effectLst/>
                <a:latin typeface="Arial" panose="020B0604020202020204" pitchFamily="34" charset="0"/>
              </a:rPr>
              <a:t> Cipher Device</a:t>
            </a:r>
          </a:p>
          <a:p>
            <a:pPr marL="0" marR="0" lvl="0" indent="0" algn="l" defTabSz="914400" rtl="0" eaLnBrk="0" fontAlgn="base" latinLnBrk="0" hangingPunct="0">
              <a:lnSpc>
                <a:spcPct val="100000"/>
              </a:lnSpc>
              <a:spcBef>
                <a:spcPct val="0"/>
              </a:spcBef>
              <a:spcAft>
                <a:spcPct val="0"/>
              </a:spcAft>
              <a:buClrTx/>
              <a:buSzTx/>
              <a:buFontTx/>
              <a:buAutoNum type="arabicPeriod" startAt="12"/>
              <a:tabLst/>
            </a:pPr>
            <a:r>
              <a:rPr kumimoji="0" lang="en-US" altLang="en-US" sz="1800" b="0" i="0" u="none" strike="noStrike" cap="none" normalizeH="0" baseline="0" dirty="0" err="1">
                <a:ln>
                  <a:noFill/>
                </a:ln>
                <a:solidFill>
                  <a:schemeClr val="tx1"/>
                </a:solidFill>
                <a:effectLst/>
                <a:latin typeface="Arial" panose="020B0604020202020204" pitchFamily="34" charset="0"/>
              </a:rPr>
              <a:t>Vernam</a:t>
            </a:r>
            <a:r>
              <a:rPr kumimoji="0" lang="en-US" altLang="en-US" sz="1800" b="0" i="0" u="none" strike="noStrike" cap="none" normalizeH="0" baseline="0" dirty="0">
                <a:ln>
                  <a:noFill/>
                </a:ln>
                <a:solidFill>
                  <a:schemeClr val="tx1"/>
                </a:solidFill>
                <a:effectLst/>
                <a:latin typeface="Arial" panose="020B0604020202020204" pitchFamily="34" charset="0"/>
              </a:rPr>
              <a:t> Cipher Machine</a:t>
            </a:r>
          </a:p>
          <a:p>
            <a:pPr marL="0" marR="0" lvl="0" indent="0" algn="l" defTabSz="914400" rtl="0" eaLnBrk="0" fontAlgn="base" latinLnBrk="0" hangingPunct="0">
              <a:lnSpc>
                <a:spcPct val="100000"/>
              </a:lnSpc>
              <a:spcBef>
                <a:spcPct val="0"/>
              </a:spcBef>
              <a:spcAft>
                <a:spcPct val="0"/>
              </a:spcAft>
              <a:buClrTx/>
              <a:buSzTx/>
              <a:buFontTx/>
              <a:buAutoNum type="arabicPeriod" startAt="13"/>
              <a:tabLst/>
            </a:pPr>
            <a:r>
              <a:rPr kumimoji="0" lang="en-US" altLang="en-US" sz="1800" b="0" i="0" u="none" strike="noStrike" cap="none" normalizeH="0" baseline="0" dirty="0" err="1">
                <a:ln>
                  <a:noFill/>
                </a:ln>
                <a:solidFill>
                  <a:schemeClr val="tx1"/>
                </a:solidFill>
                <a:effectLst/>
                <a:latin typeface="Arial" panose="020B0604020202020204" pitchFamily="34" charset="0"/>
              </a:rPr>
              <a:t>Kryha</a:t>
            </a:r>
            <a:r>
              <a:rPr kumimoji="0" lang="en-US" altLang="en-US" sz="1800" b="0" i="0" u="none" strike="noStrike" cap="none" normalizeH="0" baseline="0" dirty="0">
                <a:ln>
                  <a:noFill/>
                </a:ln>
                <a:solidFill>
                  <a:schemeClr val="tx1"/>
                </a:solidFill>
                <a:effectLst/>
                <a:latin typeface="Arial" panose="020B0604020202020204" pitchFamily="34" charset="0"/>
              </a:rPr>
              <a:t> Encryption Machine</a:t>
            </a:r>
          </a:p>
          <a:p>
            <a:pPr marL="0" marR="0" lvl="0" indent="0" algn="l" defTabSz="914400" rtl="0" eaLnBrk="0" fontAlgn="base" latinLnBrk="0" hangingPunct="0">
              <a:lnSpc>
                <a:spcPct val="100000"/>
              </a:lnSpc>
              <a:spcBef>
                <a:spcPct val="0"/>
              </a:spcBef>
              <a:spcAft>
                <a:spcPct val="0"/>
              </a:spcAft>
              <a:buClrTx/>
              <a:buSzTx/>
              <a:buFontTx/>
              <a:buAutoNum type="arabicPeriod" startAt="14"/>
              <a:tabLst/>
            </a:pPr>
            <a:r>
              <a:rPr kumimoji="0" lang="en-US" altLang="en-US" sz="1800" b="0" i="0" u="none" strike="noStrike" cap="none" normalizeH="0" baseline="0" dirty="0" err="1">
                <a:ln>
                  <a:noFill/>
                </a:ln>
                <a:solidFill>
                  <a:schemeClr val="tx1"/>
                </a:solidFill>
                <a:effectLst/>
                <a:latin typeface="Arial" panose="020B0604020202020204" pitchFamily="34" charset="0"/>
              </a:rPr>
              <a:t>Typex</a:t>
            </a:r>
            <a:r>
              <a:rPr kumimoji="0" lang="en-US" altLang="en-US" sz="1800" b="0" i="0" u="none" strike="noStrike" cap="none" normalizeH="0" baseline="0" dirty="0">
                <a:ln>
                  <a:noFill/>
                </a:ln>
                <a:solidFill>
                  <a:schemeClr val="tx1"/>
                </a:solidFill>
                <a:effectLst/>
                <a:latin typeface="Arial" panose="020B0604020202020204" pitchFamily="34" charset="0"/>
              </a:rPr>
              <a:t> Machine</a:t>
            </a:r>
          </a:p>
          <a:p>
            <a:pPr marL="0" marR="0" lvl="0" indent="0" algn="l" defTabSz="914400" rtl="0" eaLnBrk="0" fontAlgn="base" latinLnBrk="0" hangingPunct="0">
              <a:lnSpc>
                <a:spcPct val="100000"/>
              </a:lnSpc>
              <a:spcBef>
                <a:spcPct val="0"/>
              </a:spcBef>
              <a:spcAft>
                <a:spcPct val="0"/>
              </a:spcAft>
              <a:buClrTx/>
              <a:buSzTx/>
              <a:buFontTx/>
              <a:buAutoNum type="arabicPeriod" startAt="15"/>
              <a:tabLst/>
            </a:pPr>
            <a:r>
              <a:rPr kumimoji="0" lang="en-US" altLang="en-US" sz="1800" b="0" i="0" u="none" strike="noStrike" cap="none" normalizeH="0" baseline="0" dirty="0">
                <a:ln>
                  <a:noFill/>
                </a:ln>
                <a:solidFill>
                  <a:schemeClr val="tx1"/>
                </a:solidFill>
                <a:effectLst/>
                <a:latin typeface="Arial" panose="020B0604020202020204" pitchFamily="34" charset="0"/>
              </a:rPr>
              <a:t>Colossus Computer for Codebreaking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6320115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213064" y="729449"/>
            <a:ext cx="8500369" cy="611080"/>
          </a:xfrm>
        </p:spPr>
        <p:txBody>
          <a:bodyPr>
            <a:normAutofit/>
          </a:bodyPr>
          <a:lstStyle/>
          <a:p>
            <a:r>
              <a:rPr lang="en-US" sz="2800" dirty="0"/>
              <a:t>Modern encryption</a:t>
            </a:r>
            <a:endParaRPr lang="en-IN" sz="2800" dirty="0"/>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a:t>
            </a:fld>
            <a:endParaRPr lang="en-US"/>
          </a:p>
        </p:txBody>
      </p:sp>
      <p:sp>
        <p:nvSpPr>
          <p:cNvPr id="4" name="Rectangle 3"/>
          <p:cNvSpPr/>
          <p:nvPr/>
        </p:nvSpPr>
        <p:spPr>
          <a:xfrm>
            <a:off x="159026" y="1522154"/>
            <a:ext cx="8527774" cy="5016758"/>
          </a:xfrm>
          <a:prstGeom prst="rect">
            <a:avLst/>
          </a:prstGeom>
        </p:spPr>
        <p:txBody>
          <a:bodyPr wrap="square">
            <a:spAutoFit/>
          </a:bodyPr>
          <a:lstStyle/>
          <a:p>
            <a:r>
              <a:rPr lang="en-IN" sz="1600" b="1" dirty="0"/>
              <a:t>Types of Modern Encryption</a:t>
            </a:r>
          </a:p>
          <a:p>
            <a:r>
              <a:rPr lang="en-IN" sz="1600" b="1" dirty="0"/>
              <a:t>1. Symmetric Encryption</a:t>
            </a:r>
          </a:p>
          <a:p>
            <a:r>
              <a:rPr lang="en-IN" sz="1600" dirty="0"/>
              <a:t>In symmetric encryption, the same key is used for both encryption and decryption.</a:t>
            </a:r>
          </a:p>
          <a:p>
            <a:r>
              <a:rPr lang="en-IN" sz="1600" b="1" dirty="0"/>
              <a:t>Working</a:t>
            </a:r>
          </a:p>
          <a:p>
            <a:r>
              <a:rPr lang="en-IN" sz="1600" dirty="0"/>
              <a:t>Plaintext → Encryption Algorithm + Secret Key → </a:t>
            </a:r>
            <a:r>
              <a:rPr lang="en-IN" sz="1600" dirty="0" err="1"/>
              <a:t>Ciphertext</a:t>
            </a:r>
            <a:br>
              <a:rPr lang="en-IN" sz="1600" dirty="0"/>
            </a:br>
            <a:r>
              <a:rPr lang="en-IN" sz="1600" dirty="0" err="1"/>
              <a:t>Ciphertext</a:t>
            </a:r>
            <a:r>
              <a:rPr lang="en-IN" sz="1600" dirty="0"/>
              <a:t> → Decryption Algorithm + Same Key → Plaintext</a:t>
            </a:r>
          </a:p>
          <a:p>
            <a:r>
              <a:rPr lang="en-IN" sz="1600" b="1" dirty="0"/>
              <a:t>Features</a:t>
            </a:r>
          </a:p>
          <a:p>
            <a:pPr>
              <a:buFont typeface="Arial" panose="020B0604020202020204" pitchFamily="34" charset="0"/>
              <a:buChar char="•"/>
            </a:pPr>
            <a:r>
              <a:rPr lang="en-IN" sz="1600" dirty="0"/>
              <a:t>Fast processing </a:t>
            </a:r>
          </a:p>
          <a:p>
            <a:pPr>
              <a:buFont typeface="Arial" panose="020B0604020202020204" pitchFamily="34" charset="0"/>
              <a:buChar char="•"/>
            </a:pPr>
            <a:r>
              <a:rPr lang="en-IN" sz="1600" dirty="0"/>
              <a:t>Suitable for large data </a:t>
            </a:r>
          </a:p>
          <a:p>
            <a:pPr>
              <a:buFont typeface="Arial" panose="020B0604020202020204" pitchFamily="34" charset="0"/>
              <a:buChar char="•"/>
            </a:pPr>
            <a:r>
              <a:rPr lang="en-IN" sz="1600" dirty="0"/>
              <a:t>Requires secure key sharing </a:t>
            </a:r>
          </a:p>
          <a:p>
            <a:r>
              <a:rPr lang="en-IN" sz="1600" b="1" dirty="0"/>
              <a:t>Common Algorithms</a:t>
            </a:r>
          </a:p>
          <a:p>
            <a:pPr>
              <a:buFont typeface="Arial" panose="020B0604020202020204" pitchFamily="34" charset="0"/>
              <a:buChar char="•"/>
            </a:pPr>
            <a:r>
              <a:rPr lang="en-IN" sz="1600" dirty="0"/>
              <a:t>AES (Advanced Encryption Standard) </a:t>
            </a:r>
          </a:p>
          <a:p>
            <a:pPr>
              <a:buFont typeface="Arial" panose="020B0604020202020204" pitchFamily="34" charset="0"/>
              <a:buChar char="•"/>
            </a:pPr>
            <a:r>
              <a:rPr lang="en-IN" sz="1600" dirty="0"/>
              <a:t>DES (Data Encryption Standard) </a:t>
            </a:r>
          </a:p>
          <a:p>
            <a:pPr>
              <a:buFont typeface="Arial" panose="020B0604020202020204" pitchFamily="34" charset="0"/>
              <a:buChar char="•"/>
            </a:pPr>
            <a:r>
              <a:rPr lang="en-IN" sz="1600" dirty="0"/>
              <a:t>3DES </a:t>
            </a:r>
          </a:p>
          <a:p>
            <a:pPr>
              <a:buFont typeface="Arial" panose="020B0604020202020204" pitchFamily="34" charset="0"/>
              <a:buChar char="•"/>
            </a:pPr>
            <a:r>
              <a:rPr lang="en-IN" sz="1600" dirty="0"/>
              <a:t>Blowfish </a:t>
            </a:r>
          </a:p>
          <a:p>
            <a:r>
              <a:rPr lang="en-IN" sz="1600" b="1" dirty="0"/>
              <a:t>Applications</a:t>
            </a:r>
          </a:p>
          <a:p>
            <a:pPr>
              <a:buFont typeface="Arial" panose="020B0604020202020204" pitchFamily="34" charset="0"/>
              <a:buChar char="•"/>
            </a:pPr>
            <a:r>
              <a:rPr lang="en-IN" sz="1600" dirty="0"/>
              <a:t>File encryption </a:t>
            </a:r>
          </a:p>
          <a:p>
            <a:pPr>
              <a:buFont typeface="Arial" panose="020B0604020202020204" pitchFamily="34" charset="0"/>
              <a:buChar char="•"/>
            </a:pPr>
            <a:r>
              <a:rPr lang="en-IN" sz="1600" dirty="0"/>
              <a:t>Database security </a:t>
            </a:r>
          </a:p>
          <a:p>
            <a:pPr>
              <a:buFont typeface="Arial" panose="020B0604020202020204" pitchFamily="34" charset="0"/>
              <a:buChar char="•"/>
            </a:pPr>
            <a:r>
              <a:rPr lang="en-IN" sz="1600" dirty="0"/>
              <a:t>VPNs </a:t>
            </a:r>
          </a:p>
          <a:p>
            <a:pPr>
              <a:buFont typeface="Arial" panose="020B0604020202020204" pitchFamily="34" charset="0"/>
              <a:buChar char="•"/>
            </a:pPr>
            <a:r>
              <a:rPr lang="en-IN" sz="1600" dirty="0"/>
              <a:t>Disk encryption</a:t>
            </a:r>
          </a:p>
        </p:txBody>
      </p:sp>
    </p:spTree>
    <p:extLst>
      <p:ext uri="{BB962C8B-B14F-4D97-AF65-F5344CB8AC3E}">
        <p14:creationId xmlns:p14="http://schemas.microsoft.com/office/powerpoint/2010/main" val="37152623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213064" y="729449"/>
            <a:ext cx="8500369" cy="611080"/>
          </a:xfrm>
        </p:spPr>
        <p:txBody>
          <a:bodyPr>
            <a:normAutofit/>
          </a:bodyPr>
          <a:lstStyle/>
          <a:p>
            <a:r>
              <a:rPr lang="en-US" sz="2800" dirty="0"/>
              <a:t>Modern encryption</a:t>
            </a:r>
            <a:endParaRPr lang="en-IN" sz="2800" dirty="0"/>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a:t>
            </a:fld>
            <a:endParaRPr lang="en-US"/>
          </a:p>
        </p:txBody>
      </p:sp>
      <p:sp>
        <p:nvSpPr>
          <p:cNvPr id="5" name="Rectangle 4"/>
          <p:cNvSpPr/>
          <p:nvPr/>
        </p:nvSpPr>
        <p:spPr>
          <a:xfrm>
            <a:off x="298173" y="1647837"/>
            <a:ext cx="8647043" cy="5016758"/>
          </a:xfrm>
          <a:prstGeom prst="rect">
            <a:avLst/>
          </a:prstGeom>
        </p:spPr>
        <p:txBody>
          <a:bodyPr wrap="square">
            <a:spAutoFit/>
          </a:bodyPr>
          <a:lstStyle/>
          <a:p>
            <a:r>
              <a:rPr lang="en-IN" sz="1600" b="1" dirty="0"/>
              <a:t>2. Asymmetric Encryption (Public Key Encryption)</a:t>
            </a:r>
          </a:p>
          <a:p>
            <a:r>
              <a:rPr lang="en-IN" sz="1600" dirty="0"/>
              <a:t>Uses two keys:</a:t>
            </a:r>
          </a:p>
          <a:p>
            <a:pPr>
              <a:buFont typeface="Arial" panose="020B0604020202020204" pitchFamily="34" charset="0"/>
              <a:buChar char="•"/>
            </a:pPr>
            <a:r>
              <a:rPr lang="en-IN" sz="1600" dirty="0"/>
              <a:t>Public Key </a:t>
            </a:r>
          </a:p>
          <a:p>
            <a:pPr>
              <a:buFont typeface="Arial" panose="020B0604020202020204" pitchFamily="34" charset="0"/>
              <a:buChar char="•"/>
            </a:pPr>
            <a:r>
              <a:rPr lang="en-IN" sz="1600" dirty="0"/>
              <a:t>Private Key </a:t>
            </a:r>
          </a:p>
          <a:p>
            <a:r>
              <a:rPr lang="en-IN" sz="1600" b="1" dirty="0"/>
              <a:t>Working</a:t>
            </a:r>
          </a:p>
          <a:p>
            <a:pPr>
              <a:buFont typeface="Arial" panose="020B0604020202020204" pitchFamily="34" charset="0"/>
              <a:buChar char="•"/>
            </a:pPr>
            <a:r>
              <a:rPr lang="en-IN" sz="1600" dirty="0"/>
              <a:t>Public key encrypts data </a:t>
            </a:r>
          </a:p>
          <a:p>
            <a:pPr>
              <a:buFont typeface="Arial" panose="020B0604020202020204" pitchFamily="34" charset="0"/>
              <a:buChar char="•"/>
            </a:pPr>
            <a:r>
              <a:rPr lang="en-IN" sz="1600" dirty="0"/>
              <a:t>Private key decrypts data </a:t>
            </a:r>
          </a:p>
          <a:p>
            <a:r>
              <a:rPr lang="en-IN" sz="1600" b="1" dirty="0"/>
              <a:t>Features</a:t>
            </a:r>
          </a:p>
          <a:p>
            <a:pPr>
              <a:buFont typeface="Arial" panose="020B0604020202020204" pitchFamily="34" charset="0"/>
              <a:buChar char="•"/>
            </a:pPr>
            <a:r>
              <a:rPr lang="en-IN" sz="1600" dirty="0"/>
              <a:t>More secure key exchange </a:t>
            </a:r>
          </a:p>
          <a:p>
            <a:pPr>
              <a:buFont typeface="Arial" panose="020B0604020202020204" pitchFamily="34" charset="0"/>
              <a:buChar char="•"/>
            </a:pPr>
            <a:r>
              <a:rPr lang="en-IN" sz="1600" dirty="0"/>
              <a:t>Supports digital signatures </a:t>
            </a:r>
          </a:p>
          <a:p>
            <a:pPr>
              <a:buFont typeface="Arial" panose="020B0604020202020204" pitchFamily="34" charset="0"/>
              <a:buChar char="•"/>
            </a:pPr>
            <a:r>
              <a:rPr lang="en-IN" sz="1600" dirty="0"/>
              <a:t>Slower than symmetric encryption </a:t>
            </a:r>
          </a:p>
          <a:p>
            <a:r>
              <a:rPr lang="en-IN" sz="1600" b="1" dirty="0"/>
              <a:t>Common Algorithms</a:t>
            </a:r>
          </a:p>
          <a:p>
            <a:pPr>
              <a:buFont typeface="Arial" panose="020B0604020202020204" pitchFamily="34" charset="0"/>
              <a:buChar char="•"/>
            </a:pPr>
            <a:r>
              <a:rPr lang="en-IN" sz="1600" dirty="0"/>
              <a:t>RSA </a:t>
            </a:r>
          </a:p>
          <a:p>
            <a:pPr>
              <a:buFont typeface="Arial" panose="020B0604020202020204" pitchFamily="34" charset="0"/>
              <a:buChar char="•"/>
            </a:pPr>
            <a:r>
              <a:rPr lang="en-IN" sz="1600" dirty="0"/>
              <a:t>ECC (Elliptic Curve Cryptography) </a:t>
            </a:r>
          </a:p>
          <a:p>
            <a:pPr>
              <a:buFont typeface="Arial" panose="020B0604020202020204" pitchFamily="34" charset="0"/>
              <a:buChar char="•"/>
            </a:pPr>
            <a:r>
              <a:rPr lang="en-IN" sz="1600" dirty="0"/>
              <a:t>DSA </a:t>
            </a:r>
          </a:p>
          <a:p>
            <a:r>
              <a:rPr lang="en-IN" sz="1600" b="1" dirty="0"/>
              <a:t>Applications</a:t>
            </a:r>
          </a:p>
          <a:p>
            <a:pPr>
              <a:buFont typeface="Arial" panose="020B0604020202020204" pitchFamily="34" charset="0"/>
              <a:buChar char="•"/>
            </a:pPr>
            <a:r>
              <a:rPr lang="en-IN" sz="1600" dirty="0"/>
              <a:t>SSL/TLS certificates </a:t>
            </a:r>
          </a:p>
          <a:p>
            <a:pPr>
              <a:buFont typeface="Arial" panose="020B0604020202020204" pitchFamily="34" charset="0"/>
              <a:buChar char="•"/>
            </a:pPr>
            <a:r>
              <a:rPr lang="en-IN" sz="1600" dirty="0"/>
              <a:t>Secure emails </a:t>
            </a:r>
          </a:p>
          <a:p>
            <a:pPr>
              <a:buFont typeface="Arial" panose="020B0604020202020204" pitchFamily="34" charset="0"/>
              <a:buChar char="•"/>
            </a:pPr>
            <a:r>
              <a:rPr lang="en-IN" sz="1600" dirty="0"/>
              <a:t>Digital signatures </a:t>
            </a:r>
          </a:p>
          <a:p>
            <a:pPr>
              <a:buFont typeface="Arial" panose="020B0604020202020204" pitchFamily="34" charset="0"/>
              <a:buChar char="•"/>
            </a:pPr>
            <a:r>
              <a:rPr lang="en-IN" sz="1600" dirty="0"/>
              <a:t>Cryptocurrency wallets</a:t>
            </a:r>
          </a:p>
        </p:txBody>
      </p:sp>
    </p:spTree>
    <p:extLst>
      <p:ext uri="{BB962C8B-B14F-4D97-AF65-F5344CB8AC3E}">
        <p14:creationId xmlns:p14="http://schemas.microsoft.com/office/powerpoint/2010/main" val="4831445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213064" y="729449"/>
            <a:ext cx="8500369" cy="611080"/>
          </a:xfrm>
        </p:spPr>
        <p:txBody>
          <a:bodyPr>
            <a:normAutofit/>
          </a:bodyPr>
          <a:lstStyle/>
          <a:p>
            <a:r>
              <a:rPr lang="en-US" sz="2800" dirty="0"/>
              <a:t>Modern encryption</a:t>
            </a:r>
            <a:endParaRPr lang="en-IN" sz="2800" dirty="0"/>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a:t>
            </a:fld>
            <a:endParaRPr lang="en-US"/>
          </a:p>
        </p:txBody>
      </p:sp>
      <p:sp>
        <p:nvSpPr>
          <p:cNvPr id="4" name="Rectangle 3"/>
          <p:cNvSpPr/>
          <p:nvPr/>
        </p:nvSpPr>
        <p:spPr>
          <a:xfrm>
            <a:off x="457200" y="1806763"/>
            <a:ext cx="7653130" cy="4247317"/>
          </a:xfrm>
          <a:prstGeom prst="rect">
            <a:avLst/>
          </a:prstGeom>
        </p:spPr>
        <p:txBody>
          <a:bodyPr wrap="square">
            <a:spAutoFit/>
          </a:bodyPr>
          <a:lstStyle/>
          <a:p>
            <a:r>
              <a:rPr lang="en-IN" sz="1800" b="1" dirty="0"/>
              <a:t>3. Hash Functions</a:t>
            </a:r>
          </a:p>
          <a:p>
            <a:r>
              <a:rPr lang="en-IN" sz="1800" dirty="0"/>
              <a:t>Hashing converts data into a fixed-size digest.</a:t>
            </a:r>
          </a:p>
          <a:p>
            <a:r>
              <a:rPr lang="en-IN" sz="1800" b="1" dirty="0"/>
              <a:t>Characteristics</a:t>
            </a:r>
          </a:p>
          <a:p>
            <a:pPr>
              <a:buFont typeface="Arial" panose="020B0604020202020204" pitchFamily="34" charset="0"/>
              <a:buChar char="•"/>
            </a:pPr>
            <a:r>
              <a:rPr lang="en-IN" sz="1800" dirty="0"/>
              <a:t>One-way process </a:t>
            </a:r>
          </a:p>
          <a:p>
            <a:pPr>
              <a:buFont typeface="Arial" panose="020B0604020202020204" pitchFamily="34" charset="0"/>
              <a:buChar char="•"/>
            </a:pPr>
            <a:r>
              <a:rPr lang="en-IN" sz="1800" dirty="0"/>
              <a:t>Fixed output size </a:t>
            </a:r>
          </a:p>
          <a:p>
            <a:pPr>
              <a:buFont typeface="Arial" panose="020B0604020202020204" pitchFamily="34" charset="0"/>
              <a:buChar char="•"/>
            </a:pPr>
            <a:r>
              <a:rPr lang="en-IN" sz="1800" dirty="0"/>
              <a:t>Collision resistant </a:t>
            </a:r>
          </a:p>
          <a:p>
            <a:r>
              <a:rPr lang="en-IN" sz="1800" b="1" dirty="0"/>
              <a:t>Common Hash Algorithms</a:t>
            </a:r>
          </a:p>
          <a:p>
            <a:pPr>
              <a:buFont typeface="Arial" panose="020B0604020202020204" pitchFamily="34" charset="0"/>
              <a:buChar char="•"/>
            </a:pPr>
            <a:r>
              <a:rPr lang="en-IN" sz="1800" dirty="0"/>
              <a:t>SHA-256 </a:t>
            </a:r>
          </a:p>
          <a:p>
            <a:pPr>
              <a:buFont typeface="Arial" panose="020B0604020202020204" pitchFamily="34" charset="0"/>
              <a:buChar char="•"/>
            </a:pPr>
            <a:r>
              <a:rPr lang="en-IN" sz="1800" dirty="0"/>
              <a:t>SHA-512 </a:t>
            </a:r>
          </a:p>
          <a:p>
            <a:pPr>
              <a:buFont typeface="Arial" panose="020B0604020202020204" pitchFamily="34" charset="0"/>
              <a:buChar char="•"/>
            </a:pPr>
            <a:r>
              <a:rPr lang="en-IN" sz="1800" dirty="0"/>
              <a:t>MD5 (outdated) </a:t>
            </a:r>
          </a:p>
          <a:p>
            <a:pPr>
              <a:buFont typeface="Arial" panose="020B0604020202020204" pitchFamily="34" charset="0"/>
              <a:buChar char="•"/>
            </a:pPr>
            <a:r>
              <a:rPr lang="en-IN" sz="1800" dirty="0"/>
              <a:t>SHA-1 (deprecated) </a:t>
            </a:r>
          </a:p>
          <a:p>
            <a:r>
              <a:rPr lang="en-IN" sz="1800" b="1" dirty="0"/>
              <a:t>Applications</a:t>
            </a:r>
          </a:p>
          <a:p>
            <a:pPr>
              <a:buFont typeface="Arial" panose="020B0604020202020204" pitchFamily="34" charset="0"/>
              <a:buChar char="•"/>
            </a:pPr>
            <a:r>
              <a:rPr lang="en-IN" sz="1800" dirty="0"/>
              <a:t>Password storage </a:t>
            </a:r>
          </a:p>
          <a:p>
            <a:pPr>
              <a:buFont typeface="Arial" panose="020B0604020202020204" pitchFamily="34" charset="0"/>
              <a:buChar char="•"/>
            </a:pPr>
            <a:r>
              <a:rPr lang="en-IN" sz="1800" dirty="0" err="1"/>
              <a:t>Blockchain</a:t>
            </a:r>
            <a:r>
              <a:rPr lang="en-IN" sz="1800" dirty="0"/>
              <a:t> </a:t>
            </a:r>
          </a:p>
          <a:p>
            <a:pPr>
              <a:buFont typeface="Arial" panose="020B0604020202020204" pitchFamily="34" charset="0"/>
              <a:buChar char="•"/>
            </a:pPr>
            <a:r>
              <a:rPr lang="en-IN" sz="1800" dirty="0"/>
              <a:t>Data integrity verification</a:t>
            </a:r>
          </a:p>
        </p:txBody>
      </p:sp>
    </p:spTree>
    <p:extLst>
      <p:ext uri="{BB962C8B-B14F-4D97-AF65-F5344CB8AC3E}">
        <p14:creationId xmlns:p14="http://schemas.microsoft.com/office/powerpoint/2010/main" val="41678646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US"/>
              <a:t>9</a:t>
            </a:fld>
            <a:endParaRPr/>
          </a:p>
        </p:txBody>
      </p:sp>
      <p:sp>
        <p:nvSpPr>
          <p:cNvPr id="2" name="Rectangle 1"/>
          <p:cNvSpPr/>
          <p:nvPr/>
        </p:nvSpPr>
        <p:spPr>
          <a:xfrm>
            <a:off x="0" y="665078"/>
            <a:ext cx="8295861" cy="523220"/>
          </a:xfrm>
          <a:prstGeom prst="rect">
            <a:avLst/>
          </a:prstGeom>
        </p:spPr>
        <p:txBody>
          <a:bodyPr wrap="none">
            <a:spAutoFit/>
          </a:bodyPr>
          <a:lstStyle/>
          <a:p>
            <a:r>
              <a:rPr lang="en-US" sz="2800" b="1" dirty="0"/>
              <a:t>Techniques to Implement Security Mechanisms</a:t>
            </a:r>
            <a:endParaRPr lang="en-IN" sz="2800" b="1" dirty="0"/>
          </a:p>
        </p:txBody>
      </p:sp>
      <p:sp>
        <p:nvSpPr>
          <p:cNvPr id="4" name="Text Placeholder 2"/>
          <p:cNvSpPr>
            <a:spLocks noGrp="1"/>
          </p:cNvSpPr>
          <p:nvPr>
            <p:ph type="body" idx="1"/>
          </p:nvPr>
        </p:nvSpPr>
        <p:spPr>
          <a:xfrm>
            <a:off x="220575" y="2450239"/>
            <a:ext cx="8577196" cy="2792010"/>
          </a:xfrm>
        </p:spPr>
        <p:txBody>
          <a:bodyPr>
            <a:noAutofit/>
          </a:bodyPr>
          <a:lstStyle/>
          <a:p>
            <a:pPr marL="0" indent="0" algn="just">
              <a:spcBef>
                <a:spcPts val="0"/>
              </a:spcBef>
              <a:buSzPct val="100000"/>
              <a:buNone/>
            </a:pPr>
            <a:endParaRPr lang="en-US" sz="1800" b="1" u="sng" dirty="0">
              <a:latin typeface="+mn-lt"/>
              <a:ea typeface="Arial Narrow"/>
              <a:cs typeface="Arial Narrow"/>
              <a:sym typeface="Arial Narrow"/>
            </a:endParaRPr>
          </a:p>
          <a:p>
            <a:pPr marL="0" indent="0" algn="just">
              <a:spcBef>
                <a:spcPts val="0"/>
              </a:spcBef>
              <a:buSzPct val="100000"/>
              <a:buNone/>
            </a:pPr>
            <a:r>
              <a:rPr lang="en-US" sz="1800" b="1" u="sng" dirty="0">
                <a:latin typeface="+mn-lt"/>
                <a:ea typeface="Arial Narrow"/>
                <a:cs typeface="Arial Narrow"/>
                <a:sym typeface="Arial Narrow"/>
              </a:rPr>
              <a:t>Cryptography:</a:t>
            </a:r>
            <a:r>
              <a:rPr lang="en-US" sz="1800" dirty="0">
                <a:latin typeface="+mn-lt"/>
                <a:ea typeface="Arial Narrow"/>
                <a:cs typeface="Arial Narrow"/>
                <a:sym typeface="Arial Narrow"/>
              </a:rPr>
              <a:t> in Greek it means “</a:t>
            </a:r>
            <a:r>
              <a:rPr lang="en-US" sz="1800" i="1" dirty="0">
                <a:solidFill>
                  <a:srgbClr val="FF0000"/>
                </a:solidFill>
                <a:latin typeface="+mn-lt"/>
                <a:ea typeface="Arial Narrow"/>
                <a:cs typeface="Arial Narrow"/>
                <a:sym typeface="Arial Narrow"/>
              </a:rPr>
              <a:t>secret writing</a:t>
            </a:r>
            <a:r>
              <a:rPr lang="en-US" sz="1800" i="1" dirty="0">
                <a:latin typeface="+mn-lt"/>
                <a:ea typeface="Arial Narrow"/>
                <a:cs typeface="Arial Narrow"/>
                <a:sym typeface="Arial Narrow"/>
              </a:rPr>
              <a:t>”</a:t>
            </a:r>
            <a:r>
              <a:rPr lang="en-US" sz="1800" dirty="0">
                <a:latin typeface="+mn-lt"/>
                <a:ea typeface="Arial Narrow"/>
                <a:cs typeface="Arial Narrow"/>
                <a:sym typeface="Arial Narrow"/>
              </a:rPr>
              <a:t>. In the network security it means the science of transforming the messages to make them secure and immune to attacks.</a:t>
            </a:r>
            <a:endParaRPr lang="en-US" sz="1800" dirty="0">
              <a:latin typeface="+mn-lt"/>
            </a:endParaRPr>
          </a:p>
          <a:p>
            <a:pPr marL="0" indent="0" algn="just">
              <a:spcBef>
                <a:spcPts val="0"/>
              </a:spcBef>
              <a:buSzPct val="100000"/>
              <a:buNone/>
            </a:pPr>
            <a:endParaRPr lang="en-US" sz="1800" dirty="0">
              <a:latin typeface="+mn-lt"/>
              <a:ea typeface="Arial Narrow"/>
              <a:cs typeface="Arial Narrow"/>
              <a:sym typeface="Arial Narrow"/>
            </a:endParaRPr>
          </a:p>
          <a:p>
            <a:pPr marL="1314450" lvl="2" indent="-514381" algn="just">
              <a:spcBef>
                <a:spcPts val="0"/>
              </a:spcBef>
              <a:buSzPct val="100000"/>
              <a:buFont typeface="Calibri"/>
              <a:buAutoNum type="romanLcPeriod"/>
            </a:pPr>
            <a:r>
              <a:rPr lang="en-US" sz="1600" dirty="0">
                <a:latin typeface="+mn-lt"/>
                <a:ea typeface="Arial Narrow"/>
                <a:cs typeface="Arial Narrow"/>
                <a:sym typeface="Arial Narrow"/>
              </a:rPr>
              <a:t>Symmetric-Key </a:t>
            </a:r>
            <a:r>
              <a:rPr lang="en-US" sz="1600" dirty="0" err="1">
                <a:latin typeface="+mn-lt"/>
                <a:ea typeface="Arial Narrow"/>
                <a:cs typeface="Arial Narrow"/>
                <a:sym typeface="Arial Narrow"/>
              </a:rPr>
              <a:t>Encipherment</a:t>
            </a:r>
            <a:endParaRPr lang="en-US" sz="1600" dirty="0">
              <a:latin typeface="+mn-lt"/>
            </a:endParaRPr>
          </a:p>
          <a:p>
            <a:pPr marL="1314450" lvl="2" indent="-514381" algn="just">
              <a:spcBef>
                <a:spcPts val="0"/>
              </a:spcBef>
              <a:buSzPct val="100000"/>
              <a:buFont typeface="Calibri"/>
              <a:buAutoNum type="romanLcPeriod"/>
            </a:pPr>
            <a:r>
              <a:rPr lang="en-US" sz="1600" dirty="0">
                <a:latin typeface="+mn-lt"/>
                <a:ea typeface="Arial Narrow"/>
                <a:cs typeface="Arial Narrow"/>
                <a:sym typeface="Arial Narrow"/>
              </a:rPr>
              <a:t>Asymmetric (or Public) Key </a:t>
            </a:r>
            <a:r>
              <a:rPr lang="en-US" sz="1600" dirty="0" err="1">
                <a:latin typeface="+mn-lt"/>
                <a:ea typeface="Arial Narrow"/>
                <a:cs typeface="Arial Narrow"/>
                <a:sym typeface="Arial Narrow"/>
              </a:rPr>
              <a:t>Encipherment</a:t>
            </a:r>
            <a:endParaRPr lang="en-US" sz="1600" dirty="0">
              <a:latin typeface="+mn-lt"/>
            </a:endParaRPr>
          </a:p>
          <a:p>
            <a:pPr marL="1314450" lvl="2" indent="-514381" algn="just">
              <a:spcBef>
                <a:spcPts val="0"/>
              </a:spcBef>
              <a:buSzPct val="100000"/>
              <a:buFont typeface="Calibri"/>
              <a:buAutoNum type="romanLcPeriod"/>
            </a:pPr>
            <a:r>
              <a:rPr lang="en-US" sz="1600" dirty="0">
                <a:latin typeface="+mn-lt"/>
                <a:ea typeface="Arial Narrow"/>
                <a:cs typeface="Arial Narrow"/>
                <a:sym typeface="Arial Narrow"/>
              </a:rPr>
              <a:t>Data Integrity</a:t>
            </a:r>
            <a:endParaRPr lang="en-US" sz="1600" dirty="0">
              <a:latin typeface="+mn-lt"/>
            </a:endParaRPr>
          </a:p>
          <a:p>
            <a:pPr marL="1314450" lvl="2" indent="-514381" algn="just">
              <a:spcBef>
                <a:spcPts val="0"/>
              </a:spcBef>
              <a:buSzPct val="100000"/>
              <a:buFont typeface="Calibri"/>
              <a:buAutoNum type="romanLcPeriod"/>
            </a:pPr>
            <a:r>
              <a:rPr lang="en-US" sz="1600" dirty="0">
                <a:latin typeface="+mn-lt"/>
                <a:ea typeface="Arial Narrow"/>
                <a:cs typeface="Arial Narrow"/>
                <a:sym typeface="Arial Narrow"/>
              </a:rPr>
              <a:t>Mutual Trust</a:t>
            </a:r>
            <a:endParaRPr lang="en-US" sz="1600" dirty="0">
              <a:latin typeface="+mn-lt"/>
            </a:endParaRPr>
          </a:p>
          <a:p>
            <a:pPr marL="1314450" lvl="2" indent="-419100" algn="just">
              <a:spcBef>
                <a:spcPts val="0"/>
              </a:spcBef>
              <a:buSzPct val="100000"/>
              <a:buNone/>
            </a:pPr>
            <a:endParaRPr lang="en-US" sz="1050" dirty="0">
              <a:latin typeface="+mn-lt"/>
              <a:ea typeface="Arial Narrow"/>
              <a:cs typeface="Arial Narrow"/>
              <a:sym typeface="Arial Narrow"/>
            </a:endParaRPr>
          </a:p>
          <a:p>
            <a:pPr marL="1314450" lvl="2" indent="-514350" algn="just">
              <a:spcBef>
                <a:spcPts val="0"/>
              </a:spcBef>
              <a:buSzPct val="100000"/>
              <a:buNone/>
            </a:pPr>
            <a:endParaRPr lang="en-US" sz="1050" dirty="0">
              <a:latin typeface="+mn-lt"/>
              <a:ea typeface="Arial Narrow"/>
              <a:cs typeface="Arial Narrow"/>
              <a:sym typeface="Arial Narrow"/>
            </a:endParaRPr>
          </a:p>
          <a:p>
            <a:pPr marL="0" indent="0" algn="just">
              <a:spcBef>
                <a:spcPts val="0"/>
              </a:spcBef>
              <a:buSzPct val="100000"/>
              <a:buNone/>
            </a:pPr>
            <a:r>
              <a:rPr lang="en-US" sz="1800" b="1" u="sng" dirty="0">
                <a:latin typeface="+mn-lt"/>
                <a:ea typeface="Arial Narrow"/>
                <a:cs typeface="Arial Narrow"/>
                <a:sym typeface="Arial Narrow"/>
              </a:rPr>
              <a:t>Steganography:</a:t>
            </a:r>
            <a:r>
              <a:rPr lang="en-US" sz="1800" dirty="0">
                <a:latin typeface="+mn-lt"/>
                <a:ea typeface="Arial Narrow"/>
                <a:cs typeface="Arial Narrow"/>
                <a:sym typeface="Arial Narrow"/>
              </a:rPr>
              <a:t> in Greek it means “</a:t>
            </a:r>
            <a:r>
              <a:rPr lang="en-US" sz="1800" i="1" dirty="0">
                <a:solidFill>
                  <a:srgbClr val="FF0000"/>
                </a:solidFill>
                <a:latin typeface="+mn-lt"/>
                <a:ea typeface="Arial Narrow"/>
                <a:cs typeface="Arial Narrow"/>
                <a:sym typeface="Arial Narrow"/>
              </a:rPr>
              <a:t>covered writing</a:t>
            </a:r>
            <a:r>
              <a:rPr lang="en-US" sz="1800" i="1" dirty="0">
                <a:latin typeface="+mn-lt"/>
                <a:ea typeface="Arial Narrow"/>
                <a:cs typeface="Arial Narrow"/>
                <a:sym typeface="Arial Narrow"/>
              </a:rPr>
              <a:t>”. </a:t>
            </a:r>
            <a:r>
              <a:rPr lang="en-US" sz="1800" dirty="0">
                <a:latin typeface="+mn-lt"/>
                <a:ea typeface="Arial Narrow"/>
                <a:cs typeface="Arial Narrow"/>
                <a:sym typeface="Arial Narrow"/>
              </a:rPr>
              <a:t>In contrast with cryptography, it means concealing the message itself by covering it with something else. Example:</a:t>
            </a:r>
            <a:endParaRPr lang="en-US" sz="1800" dirty="0">
              <a:latin typeface="+mn-lt"/>
            </a:endParaRPr>
          </a:p>
          <a:p>
            <a:pPr marL="400050" lvl="1" indent="0" algn="just">
              <a:spcBef>
                <a:spcPts val="0"/>
              </a:spcBef>
              <a:buSzPct val="100000"/>
              <a:buNone/>
            </a:pPr>
            <a:endParaRPr lang="en-US" sz="1050" dirty="0">
              <a:latin typeface="+mn-lt"/>
              <a:ea typeface="Arial Narrow"/>
              <a:cs typeface="Arial Narrow"/>
              <a:sym typeface="Arial Narrow"/>
            </a:endParaRPr>
          </a:p>
          <a:p>
            <a:pPr marL="0" indent="0">
              <a:spcBef>
                <a:spcPts val="0"/>
              </a:spcBef>
              <a:buSzPct val="100000"/>
              <a:buNone/>
            </a:pPr>
            <a:r>
              <a:rPr lang="en-US" sz="1800" dirty="0">
                <a:latin typeface="+mn-lt"/>
                <a:ea typeface="Arial Narrow"/>
                <a:cs typeface="Arial Narrow"/>
                <a:sym typeface="Arial Narrow"/>
              </a:rPr>
              <a:t>A letter is written on the paper using onion juice or ammonia salts which would not be visible unless exposed to heat.</a:t>
            </a:r>
            <a:endParaRPr lang="en-US" sz="1800" dirty="0">
              <a:latin typeface="+mn-lt"/>
            </a:endParaRPr>
          </a:p>
          <a:p>
            <a:pPr marL="400050" lvl="1" indent="0" algn="just">
              <a:spcBef>
                <a:spcPts val="0"/>
              </a:spcBef>
              <a:buSzPct val="100000"/>
              <a:buNone/>
            </a:pPr>
            <a:endParaRPr lang="en-US" sz="1050" dirty="0">
              <a:latin typeface="+mn-lt"/>
              <a:ea typeface="Arial Narrow"/>
              <a:cs typeface="Arial Narrow"/>
              <a:sym typeface="Arial Narrow"/>
            </a:endParaRPr>
          </a:p>
          <a:p>
            <a:pPr marL="400050" lvl="1" indent="0" algn="just">
              <a:spcBef>
                <a:spcPts val="0"/>
              </a:spcBef>
              <a:buSzPct val="100000"/>
              <a:buNone/>
            </a:pPr>
            <a:endParaRPr lang="en-US" sz="1050" dirty="0">
              <a:latin typeface="+mn-lt"/>
              <a:ea typeface="Arial Narrow"/>
              <a:cs typeface="Arial Narrow"/>
              <a:sym typeface="Arial Narrow"/>
            </a:endParaRPr>
          </a:p>
          <a:p>
            <a:endParaRPr lang="en-US" sz="1800" dirty="0">
              <a:latin typeface="+mn-lt"/>
            </a:endParaRPr>
          </a:p>
        </p:txBody>
      </p:sp>
    </p:spTree>
    <p:extLst>
      <p:ext uri="{BB962C8B-B14F-4D97-AF65-F5344CB8AC3E}">
        <p14:creationId xmlns:p14="http://schemas.microsoft.com/office/powerpoint/2010/main" val="5922838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US"/>
              <a:t>10</a:t>
            </a:fld>
            <a:endParaRPr/>
          </a:p>
        </p:txBody>
      </p:sp>
      <p:sp>
        <p:nvSpPr>
          <p:cNvPr id="2" name="Rectangle 1"/>
          <p:cNvSpPr/>
          <p:nvPr/>
        </p:nvSpPr>
        <p:spPr>
          <a:xfrm>
            <a:off x="-77759" y="824875"/>
            <a:ext cx="7830990" cy="523220"/>
          </a:xfrm>
          <a:prstGeom prst="rect">
            <a:avLst/>
          </a:prstGeom>
        </p:spPr>
        <p:txBody>
          <a:bodyPr wrap="none">
            <a:spAutoFit/>
          </a:bodyPr>
          <a:lstStyle/>
          <a:p>
            <a:r>
              <a:rPr lang="en-US" sz="2800" b="1" dirty="0"/>
              <a:t>Simplified Model of Conventional Encryption</a:t>
            </a:r>
            <a:endParaRPr lang="en-IN" sz="2800" b="1" dirty="0"/>
          </a:p>
        </p:txBody>
      </p:sp>
      <p:pic>
        <p:nvPicPr>
          <p:cNvPr id="4" name="Google Shape;148;p7"/>
          <p:cNvPicPr preferRelativeResize="0"/>
          <p:nvPr/>
        </p:nvPicPr>
        <p:blipFill rotWithShape="1">
          <a:blip r:embed="rId3">
            <a:alphaModFix/>
          </a:blip>
          <a:srcRect/>
          <a:stretch/>
        </p:blipFill>
        <p:spPr>
          <a:xfrm>
            <a:off x="237108" y="1799994"/>
            <a:ext cx="8610600" cy="4104456"/>
          </a:xfrm>
          <a:prstGeom prst="rect">
            <a:avLst/>
          </a:prstGeom>
          <a:noFill/>
          <a:ln w="38100" cap="sq" cmpd="sng">
            <a:solidFill>
              <a:srgbClr val="000000"/>
            </a:solidFill>
            <a:prstDash val="solid"/>
            <a:miter lim="800000"/>
            <a:headEnd type="none" w="sm" len="sm"/>
            <a:tailEnd type="none" w="sm" len="sm"/>
          </a:ln>
          <a:effectLst>
            <a:outerShdw blurRad="50800" dist="38100" dir="2700000" algn="tl" rotWithShape="0">
              <a:srgbClr val="000000">
                <a:alpha val="42745"/>
              </a:srgbClr>
            </a:outerShdw>
          </a:effectLst>
        </p:spPr>
      </p:pic>
    </p:spTree>
    <p:extLst>
      <p:ext uri="{BB962C8B-B14F-4D97-AF65-F5344CB8AC3E}">
        <p14:creationId xmlns:p14="http://schemas.microsoft.com/office/powerpoint/2010/main" val="7552759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US"/>
              <a:t>11</a:t>
            </a:fld>
            <a:endParaRPr/>
          </a:p>
        </p:txBody>
      </p:sp>
      <p:sp>
        <p:nvSpPr>
          <p:cNvPr id="2" name="Rectangle 1"/>
          <p:cNvSpPr/>
          <p:nvPr/>
        </p:nvSpPr>
        <p:spPr>
          <a:xfrm>
            <a:off x="125719" y="700587"/>
            <a:ext cx="5298245" cy="523220"/>
          </a:xfrm>
          <a:prstGeom prst="rect">
            <a:avLst/>
          </a:prstGeom>
        </p:spPr>
        <p:txBody>
          <a:bodyPr wrap="none">
            <a:spAutoFit/>
          </a:bodyPr>
          <a:lstStyle/>
          <a:p>
            <a:r>
              <a:rPr lang="en-US" sz="2800" b="1" dirty="0"/>
              <a:t>Symmetric-Key </a:t>
            </a:r>
            <a:r>
              <a:rPr lang="en-US" sz="2800" b="1" dirty="0" err="1"/>
              <a:t>Encipherment</a:t>
            </a:r>
            <a:endParaRPr lang="en-IN" sz="2800" b="1" dirty="0"/>
          </a:p>
        </p:txBody>
      </p:sp>
      <p:sp>
        <p:nvSpPr>
          <p:cNvPr id="4" name="Rectangle 3"/>
          <p:cNvSpPr/>
          <p:nvPr/>
        </p:nvSpPr>
        <p:spPr>
          <a:xfrm>
            <a:off x="242740" y="1503268"/>
            <a:ext cx="8750339" cy="2554545"/>
          </a:xfrm>
          <a:prstGeom prst="rect">
            <a:avLst/>
          </a:prstGeom>
        </p:spPr>
        <p:txBody>
          <a:bodyPr wrap="square">
            <a:spAutoFit/>
          </a:bodyPr>
          <a:lstStyle/>
          <a:p>
            <a:pPr lvl="2" algn="just">
              <a:buClr>
                <a:srgbClr val="101141"/>
              </a:buClr>
              <a:buSzPct val="100000"/>
            </a:pPr>
            <a:r>
              <a:rPr lang="en-US" sz="2000" dirty="0">
                <a:solidFill>
                  <a:schemeClr val="dk1"/>
                </a:solidFill>
                <a:latin typeface="+mn-lt"/>
                <a:ea typeface="Arial Narrow"/>
                <a:cs typeface="Arial Narrow"/>
                <a:sym typeface="Arial Narrow"/>
              </a:rPr>
              <a:t>Sender encrypts the message using an encryption algorithm and the receiver decrypts the message using a decryption algorithm.</a:t>
            </a:r>
            <a:r>
              <a:rPr lang="en-US" sz="2000" dirty="0">
                <a:latin typeface="+mn-lt"/>
                <a:ea typeface="Arial Narrow"/>
                <a:cs typeface="Arial Narrow"/>
                <a:sym typeface="Arial Narrow"/>
              </a:rPr>
              <a:t> </a:t>
            </a:r>
            <a:r>
              <a:rPr lang="en-US" sz="2000" b="1" i="1" dirty="0">
                <a:solidFill>
                  <a:srgbClr val="FF0000"/>
                </a:solidFill>
                <a:latin typeface="+mn-lt"/>
                <a:ea typeface="Arial Narrow"/>
                <a:cs typeface="Arial Narrow"/>
                <a:sym typeface="Arial Narrow"/>
              </a:rPr>
              <a:t>Symmetric-Key </a:t>
            </a:r>
            <a:r>
              <a:rPr lang="en-US" sz="2000" b="1" i="1" dirty="0" err="1">
                <a:solidFill>
                  <a:srgbClr val="FF0000"/>
                </a:solidFill>
                <a:latin typeface="+mn-lt"/>
                <a:ea typeface="Arial Narrow"/>
                <a:cs typeface="Arial Narrow"/>
                <a:sym typeface="Arial Narrow"/>
              </a:rPr>
              <a:t>Encipherment</a:t>
            </a:r>
            <a:r>
              <a:rPr lang="en-US" sz="2000" b="1" i="1" dirty="0">
                <a:solidFill>
                  <a:srgbClr val="FF0000"/>
                </a:solidFill>
                <a:latin typeface="+mn-lt"/>
                <a:ea typeface="Arial Narrow"/>
                <a:cs typeface="Arial Narrow"/>
                <a:sym typeface="Arial Narrow"/>
              </a:rPr>
              <a:t> uses a single secret key for both encryption and decryption</a:t>
            </a:r>
            <a:r>
              <a:rPr lang="en-US" sz="2000" dirty="0">
                <a:solidFill>
                  <a:schemeClr val="dk1"/>
                </a:solidFill>
                <a:latin typeface="+mn-lt"/>
                <a:ea typeface="Arial Narrow"/>
                <a:cs typeface="Arial Narrow"/>
                <a:sym typeface="Arial Narrow"/>
              </a:rPr>
              <a:t>. </a:t>
            </a:r>
            <a:endParaRPr lang="en-US" sz="2000" dirty="0">
              <a:latin typeface="+mn-lt"/>
            </a:endParaRPr>
          </a:p>
          <a:p>
            <a:pPr lvl="2" algn="just">
              <a:buClr>
                <a:srgbClr val="101141"/>
              </a:buClr>
              <a:buSzPct val="100000"/>
            </a:pPr>
            <a:endParaRPr lang="en-US" sz="2000" dirty="0">
              <a:latin typeface="+mn-lt"/>
              <a:ea typeface="Arial Narrow"/>
              <a:cs typeface="Arial Narrow"/>
              <a:sym typeface="Arial Narrow"/>
            </a:endParaRPr>
          </a:p>
          <a:p>
            <a:pPr lvl="2" algn="just">
              <a:buClr>
                <a:srgbClr val="101141"/>
              </a:buClr>
              <a:buSzPct val="100000"/>
            </a:pPr>
            <a:r>
              <a:rPr lang="en-US" sz="2000" dirty="0">
                <a:solidFill>
                  <a:schemeClr val="dk1"/>
                </a:solidFill>
                <a:latin typeface="+mn-lt"/>
                <a:ea typeface="Arial Narrow"/>
                <a:cs typeface="Arial Narrow"/>
                <a:sym typeface="Arial Narrow"/>
              </a:rPr>
              <a:t>It is analogous to that the sender puts the message in a box and locks the box with a shared key. Receiver opens the box with the same shared key and gets the message.</a:t>
            </a:r>
            <a:endParaRPr lang="en-US" sz="2000" dirty="0">
              <a:latin typeface="+mn-lt"/>
            </a:endParaRPr>
          </a:p>
        </p:txBody>
      </p:sp>
      <p:pic>
        <p:nvPicPr>
          <p:cNvPr id="5" name="Google Shape;156;p8"/>
          <p:cNvPicPr preferRelativeResize="0"/>
          <p:nvPr/>
        </p:nvPicPr>
        <p:blipFill rotWithShape="1">
          <a:blip r:embed="rId3">
            <a:alphaModFix/>
          </a:blip>
          <a:srcRect/>
          <a:stretch/>
        </p:blipFill>
        <p:spPr>
          <a:xfrm>
            <a:off x="2308777" y="4185525"/>
            <a:ext cx="4999037" cy="2043112"/>
          </a:xfrm>
          <a:prstGeom prst="rect">
            <a:avLst/>
          </a:prstGeom>
          <a:noFill/>
          <a:ln>
            <a:noFill/>
          </a:ln>
        </p:spPr>
      </p:pic>
    </p:spTree>
    <p:extLst>
      <p:ext uri="{BB962C8B-B14F-4D97-AF65-F5344CB8AC3E}">
        <p14:creationId xmlns:p14="http://schemas.microsoft.com/office/powerpoint/2010/main" val="36193065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US"/>
              <a:t>12</a:t>
            </a:fld>
            <a:endParaRPr/>
          </a:p>
        </p:txBody>
      </p:sp>
      <p:sp>
        <p:nvSpPr>
          <p:cNvPr id="2" name="Rectangle 1"/>
          <p:cNvSpPr/>
          <p:nvPr/>
        </p:nvSpPr>
        <p:spPr>
          <a:xfrm>
            <a:off x="213522" y="785727"/>
            <a:ext cx="5441553" cy="523220"/>
          </a:xfrm>
          <a:prstGeom prst="rect">
            <a:avLst/>
          </a:prstGeom>
        </p:spPr>
        <p:txBody>
          <a:bodyPr wrap="square">
            <a:spAutoFit/>
          </a:bodyPr>
          <a:lstStyle/>
          <a:p>
            <a:r>
              <a:rPr lang="en-US" sz="2800" b="1" dirty="0"/>
              <a:t>Asymmetric-Key</a:t>
            </a:r>
            <a:r>
              <a:rPr lang="en-US" b="1" dirty="0"/>
              <a:t> </a:t>
            </a:r>
            <a:r>
              <a:rPr lang="en-US" sz="2800" b="1" dirty="0" err="1"/>
              <a:t>Encipherment</a:t>
            </a:r>
            <a:endParaRPr lang="en-US" b="1" dirty="0"/>
          </a:p>
        </p:txBody>
      </p:sp>
      <p:sp>
        <p:nvSpPr>
          <p:cNvPr id="3" name="Rectangle 2"/>
          <p:cNvSpPr/>
          <p:nvPr/>
        </p:nvSpPr>
        <p:spPr>
          <a:xfrm>
            <a:off x="213522" y="1573160"/>
            <a:ext cx="8779558" cy="978729"/>
          </a:xfrm>
          <a:prstGeom prst="rect">
            <a:avLst/>
          </a:prstGeom>
        </p:spPr>
        <p:txBody>
          <a:bodyPr wrap="square">
            <a:spAutoFit/>
          </a:bodyPr>
          <a:lstStyle/>
          <a:p>
            <a:pPr lvl="2" algn="just">
              <a:lnSpc>
                <a:spcPct val="80000"/>
              </a:lnSpc>
              <a:buClr>
                <a:srgbClr val="101141"/>
              </a:buClr>
              <a:buSzPts val="2400"/>
            </a:pPr>
            <a:r>
              <a:rPr lang="en-US" sz="2400" dirty="0">
                <a:solidFill>
                  <a:schemeClr val="dk1"/>
                </a:solidFill>
                <a:ea typeface="Arial Narrow"/>
                <a:cs typeface="Arial Narrow"/>
                <a:sym typeface="Arial Narrow"/>
              </a:rPr>
              <a:t>To send a secure message, the sender first encrypts the message using </a:t>
            </a:r>
            <a:r>
              <a:rPr lang="en-US" sz="2400" u="sng" dirty="0">
                <a:solidFill>
                  <a:schemeClr val="dk1"/>
                </a:solidFill>
                <a:ea typeface="Arial Narrow"/>
                <a:cs typeface="Arial Narrow"/>
                <a:sym typeface="Arial Narrow"/>
              </a:rPr>
              <a:t>receiver’s public key</a:t>
            </a:r>
            <a:r>
              <a:rPr lang="en-US" sz="2400" dirty="0">
                <a:solidFill>
                  <a:schemeClr val="dk1"/>
                </a:solidFill>
                <a:ea typeface="Arial Narrow"/>
                <a:cs typeface="Arial Narrow"/>
                <a:sym typeface="Arial Narrow"/>
              </a:rPr>
              <a:t>. To decrypt the message, the receiver uses </a:t>
            </a:r>
            <a:r>
              <a:rPr lang="en-US" sz="2400" u="sng" dirty="0">
                <a:solidFill>
                  <a:schemeClr val="dk1"/>
                </a:solidFill>
                <a:ea typeface="Arial Narrow"/>
                <a:cs typeface="Arial Narrow"/>
                <a:sym typeface="Arial Narrow"/>
              </a:rPr>
              <a:t>its own private key</a:t>
            </a:r>
            <a:r>
              <a:rPr lang="en-US" sz="2400" dirty="0">
                <a:solidFill>
                  <a:schemeClr val="dk1"/>
                </a:solidFill>
                <a:ea typeface="Arial Narrow"/>
                <a:cs typeface="Arial Narrow"/>
                <a:sym typeface="Arial Narrow"/>
              </a:rPr>
              <a:t>.</a:t>
            </a:r>
            <a:endParaRPr lang="en-US" sz="2400" dirty="0"/>
          </a:p>
        </p:txBody>
      </p:sp>
      <p:pic>
        <p:nvPicPr>
          <p:cNvPr id="5" name="Google Shape;166;p9"/>
          <p:cNvPicPr preferRelativeResize="0"/>
          <p:nvPr/>
        </p:nvPicPr>
        <p:blipFill rotWithShape="1">
          <a:blip r:embed="rId3">
            <a:alphaModFix/>
          </a:blip>
          <a:srcRect/>
          <a:stretch/>
        </p:blipFill>
        <p:spPr>
          <a:xfrm>
            <a:off x="917223" y="2911594"/>
            <a:ext cx="7372155" cy="3085050"/>
          </a:xfrm>
          <a:prstGeom prst="rect">
            <a:avLst/>
          </a:prstGeom>
          <a:noFill/>
          <a:ln>
            <a:noFill/>
          </a:ln>
        </p:spPr>
      </p:pic>
    </p:spTree>
    <p:extLst>
      <p:ext uri="{BB962C8B-B14F-4D97-AF65-F5344CB8AC3E}">
        <p14:creationId xmlns:p14="http://schemas.microsoft.com/office/powerpoint/2010/main" val="4869571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US"/>
              <a:t>13</a:t>
            </a:fld>
            <a:endParaRPr/>
          </a:p>
        </p:txBody>
      </p:sp>
      <p:sp>
        <p:nvSpPr>
          <p:cNvPr id="2" name="Rectangle 1"/>
          <p:cNvSpPr/>
          <p:nvPr/>
        </p:nvSpPr>
        <p:spPr>
          <a:xfrm>
            <a:off x="85755" y="824875"/>
            <a:ext cx="6596678" cy="523220"/>
          </a:xfrm>
          <a:prstGeom prst="rect">
            <a:avLst/>
          </a:prstGeom>
        </p:spPr>
        <p:txBody>
          <a:bodyPr wrap="none">
            <a:spAutoFit/>
          </a:bodyPr>
          <a:lstStyle/>
          <a:p>
            <a:r>
              <a:rPr lang="en-US" sz="2800" b="1" dirty="0"/>
              <a:t>Dimensions of Cryptographic System</a:t>
            </a:r>
            <a:endParaRPr lang="en-IN" sz="2800" b="1" dirty="0"/>
          </a:p>
        </p:txBody>
      </p:sp>
      <p:sp>
        <p:nvSpPr>
          <p:cNvPr id="4" name="Rectangle 3"/>
          <p:cNvSpPr/>
          <p:nvPr/>
        </p:nvSpPr>
        <p:spPr>
          <a:xfrm>
            <a:off x="480811" y="2026668"/>
            <a:ext cx="8205989" cy="3349635"/>
          </a:xfrm>
          <a:prstGeom prst="rect">
            <a:avLst/>
          </a:prstGeom>
        </p:spPr>
        <p:txBody>
          <a:bodyPr wrap="square">
            <a:spAutoFit/>
          </a:bodyPr>
          <a:lstStyle/>
          <a:p>
            <a:pPr marL="114300" lvl="1" indent="-152400">
              <a:lnSpc>
                <a:spcPct val="75000"/>
              </a:lnSpc>
              <a:buClr>
                <a:schemeClr val="dk1"/>
              </a:buClr>
              <a:buSzPts val="2400"/>
              <a:buFont typeface="Arial Narrow"/>
              <a:buChar char="•"/>
            </a:pPr>
            <a:r>
              <a:rPr lang="en-IN" sz="2800" b="1" dirty="0">
                <a:solidFill>
                  <a:schemeClr val="dk1"/>
                </a:solidFill>
                <a:latin typeface="+mn-lt"/>
                <a:ea typeface="Arial Narrow"/>
                <a:cs typeface="Arial Narrow"/>
                <a:sym typeface="Arial Narrow"/>
              </a:rPr>
              <a:t>1.Operation</a:t>
            </a:r>
          </a:p>
          <a:p>
            <a:pPr marL="685800" lvl="3" indent="-127000">
              <a:lnSpc>
                <a:spcPct val="75000"/>
              </a:lnSpc>
              <a:spcBef>
                <a:spcPts val="240"/>
              </a:spcBef>
              <a:buSzPts val="2000"/>
              <a:buFont typeface="Arial Narrow"/>
              <a:buChar char="•"/>
            </a:pPr>
            <a:r>
              <a:rPr lang="en-IN" sz="2000" b="1" dirty="0">
                <a:solidFill>
                  <a:schemeClr val="dk1"/>
                </a:solidFill>
                <a:latin typeface="+mn-lt"/>
                <a:ea typeface="Arial Narrow"/>
                <a:cs typeface="Arial Narrow"/>
                <a:sym typeface="Arial Narrow"/>
              </a:rPr>
              <a:t>Substitution (replacing plain text with a symbol, number etc.,)</a:t>
            </a:r>
          </a:p>
          <a:p>
            <a:pPr marL="685800" lvl="3" indent="-127000">
              <a:lnSpc>
                <a:spcPct val="75000"/>
              </a:lnSpc>
              <a:spcBef>
                <a:spcPts val="200"/>
              </a:spcBef>
              <a:buSzPts val="2000"/>
              <a:buFont typeface="Arial Narrow"/>
              <a:buChar char="•"/>
            </a:pPr>
            <a:r>
              <a:rPr lang="en-IN" sz="2000" b="1" dirty="0">
                <a:solidFill>
                  <a:schemeClr val="dk1"/>
                </a:solidFill>
                <a:latin typeface="+mn-lt"/>
                <a:ea typeface="Arial Narrow"/>
                <a:cs typeface="Arial Narrow"/>
                <a:sym typeface="Arial Narrow"/>
              </a:rPr>
              <a:t>Transposition ( shifting or rearranging position of the texts)</a:t>
            </a:r>
          </a:p>
          <a:p>
            <a:pPr marL="114300" lvl="1">
              <a:lnSpc>
                <a:spcPct val="75000"/>
              </a:lnSpc>
              <a:spcBef>
                <a:spcPts val="200"/>
              </a:spcBef>
              <a:buClr>
                <a:schemeClr val="dk1"/>
              </a:buClr>
              <a:buSzPts val="1800"/>
            </a:pPr>
            <a:endParaRPr lang="en-IN" sz="2000" dirty="0">
              <a:solidFill>
                <a:schemeClr val="dk1"/>
              </a:solidFill>
              <a:latin typeface="+mn-lt"/>
              <a:ea typeface="Calibri"/>
              <a:cs typeface="Calibri"/>
              <a:sym typeface="Calibri"/>
            </a:endParaRPr>
          </a:p>
          <a:p>
            <a:pPr marL="114300" lvl="1" indent="-152400">
              <a:lnSpc>
                <a:spcPct val="75000"/>
              </a:lnSpc>
              <a:spcBef>
                <a:spcPts val="180"/>
              </a:spcBef>
              <a:buClr>
                <a:schemeClr val="dk1"/>
              </a:buClr>
              <a:buSzPts val="2400"/>
              <a:buFont typeface="Arial Narrow"/>
              <a:buChar char="•"/>
            </a:pPr>
            <a:r>
              <a:rPr lang="en-IN" sz="2800" b="1" dirty="0">
                <a:solidFill>
                  <a:schemeClr val="dk1"/>
                </a:solidFill>
                <a:latin typeface="+mn-lt"/>
                <a:ea typeface="Arial Narrow"/>
                <a:cs typeface="Arial Narrow"/>
                <a:sym typeface="Arial Narrow"/>
              </a:rPr>
              <a:t>2. Number of Keys</a:t>
            </a:r>
          </a:p>
          <a:p>
            <a:pPr marL="685800" lvl="3" indent="-127000">
              <a:lnSpc>
                <a:spcPct val="75000"/>
              </a:lnSpc>
              <a:spcBef>
                <a:spcPts val="240"/>
              </a:spcBef>
              <a:buSzPts val="2000"/>
              <a:buFont typeface="Arial Narrow"/>
              <a:buChar char="•"/>
            </a:pPr>
            <a:r>
              <a:rPr lang="en-IN" sz="2000" b="1" dirty="0">
                <a:solidFill>
                  <a:schemeClr val="dk1"/>
                </a:solidFill>
                <a:latin typeface="+mn-lt"/>
                <a:ea typeface="Arial Narrow"/>
                <a:cs typeface="Arial Narrow"/>
                <a:sym typeface="Arial Narrow"/>
              </a:rPr>
              <a:t>Symmetric (single key for encryption and decryption)</a:t>
            </a:r>
          </a:p>
          <a:p>
            <a:pPr marL="685800" lvl="3" indent="-127000">
              <a:lnSpc>
                <a:spcPct val="75000"/>
              </a:lnSpc>
              <a:spcBef>
                <a:spcPts val="200"/>
              </a:spcBef>
              <a:buSzPts val="2000"/>
              <a:buFont typeface="Arial Narrow"/>
              <a:buChar char="•"/>
            </a:pPr>
            <a:r>
              <a:rPr lang="en-IN" sz="2000" b="1" dirty="0">
                <a:solidFill>
                  <a:schemeClr val="dk1"/>
                </a:solidFill>
                <a:latin typeface="+mn-lt"/>
                <a:ea typeface="Arial Narrow"/>
                <a:cs typeface="Arial Narrow"/>
                <a:sym typeface="Arial Narrow"/>
              </a:rPr>
              <a:t>Asymmetric (Different keys for encryption and decryption)</a:t>
            </a:r>
          </a:p>
          <a:p>
            <a:pPr marL="571500" lvl="2">
              <a:lnSpc>
                <a:spcPct val="75000"/>
              </a:lnSpc>
              <a:spcBef>
                <a:spcPts val="200"/>
              </a:spcBef>
              <a:buSzPts val="1800"/>
            </a:pPr>
            <a:endParaRPr lang="en-IN" sz="1600" dirty="0">
              <a:solidFill>
                <a:schemeClr val="dk1"/>
              </a:solidFill>
              <a:latin typeface="+mn-lt"/>
              <a:ea typeface="Calibri"/>
              <a:cs typeface="Calibri"/>
              <a:sym typeface="Calibri"/>
            </a:endParaRPr>
          </a:p>
          <a:p>
            <a:pPr marL="114300" lvl="1" indent="-152400">
              <a:lnSpc>
                <a:spcPct val="75000"/>
              </a:lnSpc>
              <a:spcBef>
                <a:spcPts val="180"/>
              </a:spcBef>
              <a:buClr>
                <a:schemeClr val="dk1"/>
              </a:buClr>
              <a:buSzPts val="2400"/>
              <a:buFont typeface="Arial Narrow"/>
              <a:buChar char="•"/>
            </a:pPr>
            <a:r>
              <a:rPr lang="en-IN" sz="2800" b="1" dirty="0">
                <a:solidFill>
                  <a:schemeClr val="dk1"/>
                </a:solidFill>
                <a:latin typeface="+mn-lt"/>
                <a:ea typeface="Arial Narrow"/>
                <a:cs typeface="Arial Narrow"/>
                <a:sym typeface="Arial Narrow"/>
              </a:rPr>
              <a:t>3. Processing Method</a:t>
            </a:r>
          </a:p>
          <a:p>
            <a:pPr marL="685800" lvl="3" indent="-127000">
              <a:lnSpc>
                <a:spcPct val="75000"/>
              </a:lnSpc>
              <a:spcBef>
                <a:spcPts val="240"/>
              </a:spcBef>
              <a:buSzPts val="2000"/>
              <a:buFont typeface="Arial Narrow"/>
              <a:buChar char="•"/>
            </a:pPr>
            <a:r>
              <a:rPr lang="en-IN" sz="2000" b="1" dirty="0">
                <a:solidFill>
                  <a:schemeClr val="dk1"/>
                </a:solidFill>
                <a:latin typeface="+mn-lt"/>
                <a:ea typeface="Arial Narrow"/>
                <a:cs typeface="Arial Narrow"/>
                <a:sym typeface="Arial Narrow"/>
              </a:rPr>
              <a:t>Block cipher (encryption in blocks of 128, 256 bytes)</a:t>
            </a:r>
          </a:p>
          <a:p>
            <a:pPr marL="685800" lvl="3" indent="-127000">
              <a:lnSpc>
                <a:spcPct val="75000"/>
              </a:lnSpc>
              <a:spcBef>
                <a:spcPts val="200"/>
              </a:spcBef>
              <a:buSzPts val="2000"/>
              <a:buFont typeface="Arial Narrow"/>
              <a:buChar char="•"/>
            </a:pPr>
            <a:r>
              <a:rPr lang="en-IN" sz="2000" b="1" dirty="0">
                <a:solidFill>
                  <a:schemeClr val="dk1"/>
                </a:solidFill>
                <a:latin typeface="+mn-lt"/>
                <a:ea typeface="Arial Narrow"/>
                <a:cs typeface="Arial Narrow"/>
                <a:sym typeface="Arial Narrow"/>
              </a:rPr>
              <a:t>Stream (encryption in one single stroke)</a:t>
            </a:r>
          </a:p>
        </p:txBody>
      </p:sp>
    </p:spTree>
    <p:extLst>
      <p:ext uri="{BB962C8B-B14F-4D97-AF65-F5344CB8AC3E}">
        <p14:creationId xmlns:p14="http://schemas.microsoft.com/office/powerpoint/2010/main" val="36212767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US"/>
              <a:t>14</a:t>
            </a:fld>
            <a:endParaRPr/>
          </a:p>
        </p:txBody>
      </p:sp>
      <p:sp>
        <p:nvSpPr>
          <p:cNvPr id="2" name="Rectangle 1"/>
          <p:cNvSpPr/>
          <p:nvPr/>
        </p:nvSpPr>
        <p:spPr>
          <a:xfrm>
            <a:off x="0" y="762731"/>
            <a:ext cx="2882520" cy="523220"/>
          </a:xfrm>
          <a:prstGeom prst="rect">
            <a:avLst/>
          </a:prstGeom>
        </p:spPr>
        <p:txBody>
          <a:bodyPr wrap="none">
            <a:spAutoFit/>
          </a:bodyPr>
          <a:lstStyle/>
          <a:p>
            <a:r>
              <a:rPr lang="en-US" sz="2800" b="1" dirty="0"/>
              <a:t>Hash functions </a:t>
            </a:r>
            <a:endParaRPr lang="en-IN" sz="2800" b="1" dirty="0"/>
          </a:p>
        </p:txBody>
      </p:sp>
      <p:sp>
        <p:nvSpPr>
          <p:cNvPr id="3" name="Rectangle 2"/>
          <p:cNvSpPr/>
          <p:nvPr/>
        </p:nvSpPr>
        <p:spPr>
          <a:xfrm>
            <a:off x="332912" y="1532068"/>
            <a:ext cx="8665314" cy="3785652"/>
          </a:xfrm>
          <a:prstGeom prst="rect">
            <a:avLst/>
          </a:prstGeom>
        </p:spPr>
        <p:txBody>
          <a:bodyPr wrap="square">
            <a:spAutoFit/>
          </a:bodyPr>
          <a:lstStyle/>
          <a:p>
            <a:pPr algn="just"/>
            <a:r>
              <a:rPr lang="en-US" sz="2400" dirty="0"/>
              <a:t>Hash functions are cryptographic algorithms that take an input (or message) and produce a fixed-size string of characters, called a hash value or digest. These functions are designed to be one-way, meaning it should be computationally infeasible to reverse the process and derive the original input from the hash value. Hash functions are used for data integrity verification, password hashing, digital signatures, and various other cryptographic applications. Examples include SHA-256 (Secure Hash Algorithm 256-bit) and MD5 (Message Digest Algorithm 5).</a:t>
            </a:r>
          </a:p>
        </p:txBody>
      </p:sp>
    </p:spTree>
    <p:extLst>
      <p:ext uri="{BB962C8B-B14F-4D97-AF65-F5344CB8AC3E}">
        <p14:creationId xmlns:p14="http://schemas.microsoft.com/office/powerpoint/2010/main" val="21615624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US"/>
              <a:t>15</a:t>
            </a:fld>
            <a:endParaRPr/>
          </a:p>
        </p:txBody>
      </p:sp>
      <p:sp>
        <p:nvSpPr>
          <p:cNvPr id="4" name="Rectangle 3"/>
          <p:cNvSpPr/>
          <p:nvPr/>
        </p:nvSpPr>
        <p:spPr>
          <a:xfrm>
            <a:off x="65945" y="780487"/>
            <a:ext cx="4674730" cy="523220"/>
          </a:xfrm>
          <a:prstGeom prst="rect">
            <a:avLst/>
          </a:prstGeom>
        </p:spPr>
        <p:txBody>
          <a:bodyPr wrap="square">
            <a:spAutoFit/>
          </a:bodyPr>
          <a:lstStyle/>
          <a:p>
            <a:r>
              <a:rPr lang="en-US" sz="2800" b="1" dirty="0"/>
              <a:t>Digital signatures </a:t>
            </a:r>
            <a:endParaRPr lang="en-IN" sz="2800" b="1" dirty="0"/>
          </a:p>
        </p:txBody>
      </p:sp>
      <p:sp>
        <p:nvSpPr>
          <p:cNvPr id="5" name="Rectangle 4"/>
          <p:cNvSpPr/>
          <p:nvPr/>
        </p:nvSpPr>
        <p:spPr>
          <a:xfrm>
            <a:off x="350669" y="1543326"/>
            <a:ext cx="8012096" cy="4401205"/>
          </a:xfrm>
          <a:prstGeom prst="rect">
            <a:avLst/>
          </a:prstGeom>
        </p:spPr>
        <p:txBody>
          <a:bodyPr wrap="square">
            <a:spAutoFit/>
          </a:bodyPr>
          <a:lstStyle/>
          <a:p>
            <a:pPr algn="just"/>
            <a:r>
              <a:rPr lang="en-US" sz="2800" dirty="0"/>
              <a:t> Digital signatures provide authentication and integrity verification for digital messages or documents. They are created using asymmetric encryption techniques. The sender uses their private key to generate a digital signature, which can be verified by anyone who has access to the sender's public key. If the signature is valid, it confirms that the message was indeed sent by the claimed sender and that it has not been altered in transit.</a:t>
            </a:r>
          </a:p>
        </p:txBody>
      </p:sp>
    </p:spTree>
    <p:extLst>
      <p:ext uri="{BB962C8B-B14F-4D97-AF65-F5344CB8AC3E}">
        <p14:creationId xmlns:p14="http://schemas.microsoft.com/office/powerpoint/2010/main" val="17960469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94695" y="2496105"/>
            <a:ext cx="6324600" cy="1143000"/>
          </a:xfrm>
        </p:spPr>
        <p:txBody>
          <a:bodyPr/>
          <a:lstStyle/>
          <a:p>
            <a:endParaRPr lang="en-IN" dirty="0"/>
          </a:p>
          <a:p>
            <a:endParaRPr lang="en-IN" dirty="0"/>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16</a:t>
            </a:fld>
            <a:endParaRPr lang="en-US"/>
          </a:p>
        </p:txBody>
      </p:sp>
      <p:sp>
        <p:nvSpPr>
          <p:cNvPr id="4" name="Rectangle 3"/>
          <p:cNvSpPr/>
          <p:nvPr/>
        </p:nvSpPr>
        <p:spPr>
          <a:xfrm>
            <a:off x="0" y="709466"/>
            <a:ext cx="4442242" cy="523220"/>
          </a:xfrm>
          <a:prstGeom prst="rect">
            <a:avLst/>
          </a:prstGeom>
        </p:spPr>
        <p:txBody>
          <a:bodyPr wrap="none">
            <a:spAutoFit/>
          </a:bodyPr>
          <a:lstStyle/>
          <a:p>
            <a:r>
              <a:rPr lang="en-US" sz="2800" b="1" dirty="0"/>
              <a:t>Key exchange protocols </a:t>
            </a:r>
            <a:endParaRPr lang="en-IN" sz="2800" b="1" dirty="0"/>
          </a:p>
        </p:txBody>
      </p:sp>
      <p:sp>
        <p:nvSpPr>
          <p:cNvPr id="5" name="Rectangle 4"/>
          <p:cNvSpPr/>
          <p:nvPr/>
        </p:nvSpPr>
        <p:spPr>
          <a:xfrm>
            <a:off x="417250" y="1633492"/>
            <a:ext cx="8269550" cy="3970318"/>
          </a:xfrm>
          <a:prstGeom prst="rect">
            <a:avLst/>
          </a:prstGeom>
        </p:spPr>
        <p:txBody>
          <a:bodyPr wrap="square">
            <a:spAutoFit/>
          </a:bodyPr>
          <a:lstStyle/>
          <a:p>
            <a:pPr marL="285750" indent="-285750" algn="just">
              <a:buFont typeface="Arial" panose="020B0604020202020204" pitchFamily="34" charset="0"/>
              <a:buChar char="•"/>
            </a:pPr>
            <a:r>
              <a:rPr lang="en-US" sz="2800" dirty="0"/>
              <a:t> Key exchange protocols facilitate the secure exchange of cryptographic keys between parties over an insecure communication channel. These protocols ensure that even if intercepted, the exchanged keys cannot be easily deciphered by an attacker. Examples include </a:t>
            </a:r>
            <a:r>
              <a:rPr lang="en-US" sz="2800" dirty="0" err="1"/>
              <a:t>Diffie</a:t>
            </a:r>
            <a:r>
              <a:rPr lang="en-US" sz="2800" dirty="0"/>
              <a:t>-Hellman key exchange and its variants, which are widely used in securing internet communications (e.g., TLS/SSL).</a:t>
            </a:r>
          </a:p>
        </p:txBody>
      </p:sp>
    </p:spTree>
    <p:extLst>
      <p:ext uri="{BB962C8B-B14F-4D97-AF65-F5344CB8AC3E}">
        <p14:creationId xmlns:p14="http://schemas.microsoft.com/office/powerpoint/2010/main" val="31364137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221941" y="861133"/>
            <a:ext cx="6371947" cy="416511"/>
          </a:xfrm>
        </p:spPr>
        <p:txBody>
          <a:bodyPr>
            <a:noAutofit/>
          </a:bodyPr>
          <a:lstStyle/>
          <a:p>
            <a:r>
              <a:rPr lang="en-US" sz="2800" dirty="0"/>
              <a:t>Random Number Generators (RNGs): </a:t>
            </a:r>
            <a:endParaRPr lang="en-IN" sz="2800" dirty="0"/>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17</a:t>
            </a:fld>
            <a:endParaRPr lang="en-US"/>
          </a:p>
        </p:txBody>
      </p:sp>
      <p:sp>
        <p:nvSpPr>
          <p:cNvPr id="5" name="Rectangle 4"/>
          <p:cNvSpPr/>
          <p:nvPr/>
        </p:nvSpPr>
        <p:spPr>
          <a:xfrm>
            <a:off x="395056" y="1518083"/>
            <a:ext cx="8291744" cy="3539430"/>
          </a:xfrm>
          <a:prstGeom prst="rect">
            <a:avLst/>
          </a:prstGeom>
        </p:spPr>
        <p:txBody>
          <a:bodyPr wrap="square">
            <a:spAutoFit/>
          </a:bodyPr>
          <a:lstStyle/>
          <a:p>
            <a:pPr marL="285750" indent="-285750" algn="just">
              <a:buFont typeface="Arial" panose="020B0604020202020204" pitchFamily="34" charset="0"/>
              <a:buChar char="•"/>
            </a:pPr>
            <a:r>
              <a:rPr lang="en-US" sz="2800" dirty="0"/>
              <a:t>Random number generators are crucial cryptographic elements for generating unpredictable and uniformly distributed random numbers used as cryptographic keys, initialization vectors, </a:t>
            </a:r>
            <a:r>
              <a:rPr lang="en-US" sz="2800" dirty="0" err="1"/>
              <a:t>nonces</a:t>
            </a:r>
            <a:r>
              <a:rPr lang="en-US" sz="2800" dirty="0"/>
              <a:t>, and other parameters in cryptographic protocols. High-quality RNGs are essential for the security of cryptographic systems.</a:t>
            </a:r>
          </a:p>
        </p:txBody>
      </p:sp>
    </p:spTree>
    <p:extLst>
      <p:ext uri="{BB962C8B-B14F-4D97-AF65-F5344CB8AC3E}">
        <p14:creationId xmlns:p14="http://schemas.microsoft.com/office/powerpoint/2010/main" val="19298156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230821" y="727968"/>
            <a:ext cx="5475303" cy="594065"/>
          </a:xfrm>
        </p:spPr>
        <p:txBody>
          <a:bodyPr>
            <a:normAutofit/>
          </a:bodyPr>
          <a:lstStyle/>
          <a:p>
            <a:r>
              <a:rPr lang="en-US" sz="2800" dirty="0"/>
              <a:t>Cryptographic protocols </a:t>
            </a:r>
            <a:endParaRPr lang="en-IN" sz="2800" dirty="0"/>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18</a:t>
            </a:fld>
            <a:endParaRPr lang="en-US"/>
          </a:p>
        </p:txBody>
      </p:sp>
      <p:sp>
        <p:nvSpPr>
          <p:cNvPr id="4" name="Rectangle 3"/>
          <p:cNvSpPr/>
          <p:nvPr/>
        </p:nvSpPr>
        <p:spPr>
          <a:xfrm>
            <a:off x="186430" y="1526960"/>
            <a:ext cx="8785292" cy="4401205"/>
          </a:xfrm>
          <a:prstGeom prst="rect">
            <a:avLst/>
          </a:prstGeom>
        </p:spPr>
        <p:txBody>
          <a:bodyPr wrap="square">
            <a:spAutoFit/>
          </a:bodyPr>
          <a:lstStyle/>
          <a:p>
            <a:pPr marL="285750" indent="-285750" algn="just">
              <a:buFont typeface="Arial" panose="020B0604020202020204" pitchFamily="34" charset="0"/>
              <a:buChar char="•"/>
            </a:pPr>
            <a:r>
              <a:rPr lang="en-US" sz="2800" dirty="0"/>
              <a:t>Cryptographic protocols are sets of rules and procedures governing the secure communication and interaction between parties in a distributed system. These protocols often incorporate various cryptographic elements, such as encryption, digital signatures, and key exchange, to achieve specific security objectives. Examples include SSL/TLS for secure web communication, </a:t>
            </a:r>
            <a:r>
              <a:rPr lang="en-US" sz="2800" dirty="0" err="1"/>
              <a:t>IPSec</a:t>
            </a:r>
            <a:r>
              <a:rPr lang="en-US" sz="2800" dirty="0"/>
              <a:t> for secure IP networking, and PGP (Pretty Good Privacy) for email encryption and authentication.</a:t>
            </a:r>
          </a:p>
        </p:txBody>
      </p:sp>
    </p:spTree>
    <p:extLst>
      <p:ext uri="{BB962C8B-B14F-4D97-AF65-F5344CB8AC3E}">
        <p14:creationId xmlns:p14="http://schemas.microsoft.com/office/powerpoint/2010/main" val="19978499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19</a:t>
            </a:fld>
            <a:endParaRPr lang="en-US"/>
          </a:p>
        </p:txBody>
      </p:sp>
      <p:sp>
        <p:nvSpPr>
          <p:cNvPr id="4" name="Rectangle 3"/>
          <p:cNvSpPr/>
          <p:nvPr/>
        </p:nvSpPr>
        <p:spPr>
          <a:xfrm>
            <a:off x="0" y="789365"/>
            <a:ext cx="8095486" cy="523220"/>
          </a:xfrm>
          <a:prstGeom prst="rect">
            <a:avLst/>
          </a:prstGeom>
        </p:spPr>
        <p:txBody>
          <a:bodyPr wrap="none">
            <a:spAutoFit/>
          </a:bodyPr>
          <a:lstStyle/>
          <a:p>
            <a:r>
              <a:rPr lang="en-US" sz="2800" b="1" dirty="0"/>
              <a:t>Cryptography &amp; Distributed ledger technology</a:t>
            </a:r>
            <a:endParaRPr lang="en-IN" sz="2800" b="1" dirty="0"/>
          </a:p>
        </p:txBody>
      </p:sp>
      <p:sp>
        <p:nvSpPr>
          <p:cNvPr id="7" name="Rectangle 6"/>
          <p:cNvSpPr/>
          <p:nvPr/>
        </p:nvSpPr>
        <p:spPr>
          <a:xfrm>
            <a:off x="0" y="1384172"/>
            <a:ext cx="3704860" cy="369332"/>
          </a:xfrm>
          <a:prstGeom prst="rect">
            <a:avLst/>
          </a:prstGeom>
        </p:spPr>
        <p:txBody>
          <a:bodyPr wrap="none">
            <a:spAutoFit/>
          </a:bodyPr>
          <a:lstStyle/>
          <a:p>
            <a:pPr marL="285750" indent="-285750" algn="just">
              <a:buFont typeface="Arial" panose="020B0604020202020204" pitchFamily="34" charset="0"/>
              <a:buChar char="•"/>
            </a:pPr>
            <a:r>
              <a:rPr lang="en-US" sz="1800" b="1" dirty="0"/>
              <a:t>Security and Immutable Data</a:t>
            </a:r>
            <a:r>
              <a:rPr lang="en-US" sz="1800" dirty="0"/>
              <a:t>:</a:t>
            </a:r>
          </a:p>
        </p:txBody>
      </p:sp>
      <p:sp>
        <p:nvSpPr>
          <p:cNvPr id="8" name="Rectangle 7"/>
          <p:cNvSpPr/>
          <p:nvPr/>
        </p:nvSpPr>
        <p:spPr>
          <a:xfrm>
            <a:off x="126909" y="1674172"/>
            <a:ext cx="8830659" cy="2062103"/>
          </a:xfrm>
          <a:prstGeom prst="rect">
            <a:avLst/>
          </a:prstGeom>
        </p:spPr>
        <p:txBody>
          <a:bodyPr wrap="square">
            <a:spAutoFit/>
          </a:bodyPr>
          <a:lstStyle/>
          <a:p>
            <a:pPr marL="114300" indent="0" algn="just">
              <a:buNone/>
            </a:pPr>
            <a:r>
              <a:rPr lang="en-US" sz="2000" dirty="0"/>
              <a:t> </a:t>
            </a:r>
            <a:r>
              <a:rPr lang="en-US" sz="1800" dirty="0"/>
              <a:t>Cryptography plays a central role in ensuring the security and immutability of data stored on a distributed ledger. By utilizing cryptographic hash functions, DLT systems can create unique, fixed-length representations of data known as hashes. These hashes are used to link blocks of data together in a chain, forming a tamper-evident and immutable record of transactions or information. Any attempt to alter the data within a block would result in a change to its hash, which would be immediately detectable, thus preserving the integrity of the ledger.</a:t>
            </a:r>
          </a:p>
        </p:txBody>
      </p:sp>
      <p:sp>
        <p:nvSpPr>
          <p:cNvPr id="10" name="Rectangle 9"/>
          <p:cNvSpPr/>
          <p:nvPr/>
        </p:nvSpPr>
        <p:spPr>
          <a:xfrm>
            <a:off x="0" y="3736275"/>
            <a:ext cx="5743880" cy="369332"/>
          </a:xfrm>
          <a:prstGeom prst="rect">
            <a:avLst/>
          </a:prstGeom>
        </p:spPr>
        <p:txBody>
          <a:bodyPr wrap="none">
            <a:spAutoFit/>
          </a:bodyPr>
          <a:lstStyle/>
          <a:p>
            <a:pPr marL="285750" indent="-285750" algn="just">
              <a:buFont typeface="Arial" panose="020B0604020202020204" pitchFamily="34" charset="0"/>
              <a:buChar char="•"/>
            </a:pPr>
            <a:r>
              <a:rPr lang="en-US" sz="1800" b="1" dirty="0"/>
              <a:t>Public-key Cryptography for Digital Signatures: </a:t>
            </a:r>
          </a:p>
        </p:txBody>
      </p:sp>
      <p:sp>
        <p:nvSpPr>
          <p:cNvPr id="11" name="Rectangle 10"/>
          <p:cNvSpPr/>
          <p:nvPr/>
        </p:nvSpPr>
        <p:spPr>
          <a:xfrm>
            <a:off x="126909" y="4105607"/>
            <a:ext cx="8830659" cy="2031325"/>
          </a:xfrm>
          <a:prstGeom prst="rect">
            <a:avLst/>
          </a:prstGeom>
        </p:spPr>
        <p:txBody>
          <a:bodyPr wrap="square">
            <a:spAutoFit/>
          </a:bodyPr>
          <a:lstStyle/>
          <a:p>
            <a:pPr marL="114300" indent="0" algn="just">
              <a:buNone/>
            </a:pPr>
            <a:r>
              <a:rPr lang="en-US" sz="1800" dirty="0"/>
              <a:t>Distributed ledger systems often rely on public-key cryptography to provide authentication and authorization mechanisms. Each participant in the network possesses a unique pair of cryptographic keys: a public key, which is freely shared with others, and a private key, which is kept secret. Digital signatures, created using these key pairs, allow participants to cryptographically sign transactions or messages, thereby verifying their authenticity and ensuring that they cannot be tampered with by unauthorized parties.</a:t>
            </a:r>
          </a:p>
        </p:txBody>
      </p:sp>
    </p:spTree>
    <p:extLst>
      <p:ext uri="{BB962C8B-B14F-4D97-AF65-F5344CB8AC3E}">
        <p14:creationId xmlns:p14="http://schemas.microsoft.com/office/powerpoint/2010/main" val="24960571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204188" y="809348"/>
            <a:ext cx="7546019" cy="451281"/>
          </a:xfrm>
        </p:spPr>
        <p:txBody>
          <a:bodyPr>
            <a:noAutofit/>
          </a:bodyPr>
          <a:lstStyle/>
          <a:p>
            <a:r>
              <a:rPr lang="en-US" sz="2800" dirty="0"/>
              <a:t>Cryptography &amp; Distributed ledger technology</a:t>
            </a:r>
            <a:endParaRPr lang="en-IN" sz="2800" dirty="0"/>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20</a:t>
            </a:fld>
            <a:endParaRPr lang="en-US"/>
          </a:p>
        </p:txBody>
      </p:sp>
      <p:sp>
        <p:nvSpPr>
          <p:cNvPr id="4" name="Rectangle 3"/>
          <p:cNvSpPr/>
          <p:nvPr/>
        </p:nvSpPr>
        <p:spPr>
          <a:xfrm>
            <a:off x="0" y="1446312"/>
            <a:ext cx="3623108" cy="400110"/>
          </a:xfrm>
          <a:prstGeom prst="rect">
            <a:avLst/>
          </a:prstGeom>
        </p:spPr>
        <p:txBody>
          <a:bodyPr wrap="none">
            <a:spAutoFit/>
          </a:bodyPr>
          <a:lstStyle/>
          <a:p>
            <a:pPr marL="285750" indent="-285750" algn="just">
              <a:buFont typeface="Arial" panose="020B0604020202020204" pitchFamily="34" charset="0"/>
              <a:buChar char="•"/>
            </a:pPr>
            <a:r>
              <a:rPr lang="en-US" sz="2000" b="1" dirty="0"/>
              <a:t>Consensus Mechanisms: </a:t>
            </a:r>
          </a:p>
        </p:txBody>
      </p:sp>
      <p:sp>
        <p:nvSpPr>
          <p:cNvPr id="5" name="Rectangle 4"/>
          <p:cNvSpPr/>
          <p:nvPr/>
        </p:nvSpPr>
        <p:spPr>
          <a:xfrm>
            <a:off x="246352" y="1846422"/>
            <a:ext cx="8533663" cy="2031325"/>
          </a:xfrm>
          <a:prstGeom prst="rect">
            <a:avLst/>
          </a:prstGeom>
        </p:spPr>
        <p:txBody>
          <a:bodyPr wrap="square">
            <a:spAutoFit/>
          </a:bodyPr>
          <a:lstStyle/>
          <a:p>
            <a:pPr marL="114300" indent="0" algn="just">
              <a:buNone/>
            </a:pPr>
            <a:r>
              <a:rPr lang="en-US" sz="1800" dirty="0"/>
              <a:t>Cryptographic algorithms and protocols are also used to establish consensus among network participants regarding the validity of transactions and the ordering of blocks in the ledger. Consensus mechanisms, such as Proof of Work (</a:t>
            </a:r>
            <a:r>
              <a:rPr lang="en-US" sz="1800" dirty="0" err="1"/>
              <a:t>PoW</a:t>
            </a:r>
            <a:r>
              <a:rPr lang="en-US" sz="1800" dirty="0"/>
              <a:t>), Proof of Stake (</a:t>
            </a:r>
            <a:r>
              <a:rPr lang="en-US" sz="1800" dirty="0" err="1"/>
              <a:t>PoS</a:t>
            </a:r>
            <a:r>
              <a:rPr lang="en-US" sz="1800" dirty="0"/>
              <a:t>), and Byzantine Fault Tolerance (BFT), rely on cryptographic puzzles, cryptographic voting, or cryptographic signing to enable decentralized decision-making and prevent malicious actors from manipulating the ledger..</a:t>
            </a:r>
          </a:p>
        </p:txBody>
      </p:sp>
      <p:sp>
        <p:nvSpPr>
          <p:cNvPr id="6" name="Rectangle 5"/>
          <p:cNvSpPr/>
          <p:nvPr/>
        </p:nvSpPr>
        <p:spPr>
          <a:xfrm>
            <a:off x="0" y="3858197"/>
            <a:ext cx="3905236" cy="400110"/>
          </a:xfrm>
          <a:prstGeom prst="rect">
            <a:avLst/>
          </a:prstGeom>
        </p:spPr>
        <p:txBody>
          <a:bodyPr wrap="none">
            <a:spAutoFit/>
          </a:bodyPr>
          <a:lstStyle/>
          <a:p>
            <a:pPr marL="342900" indent="-342900" algn="just">
              <a:buFont typeface="Arial" panose="020B0604020202020204" pitchFamily="34" charset="0"/>
              <a:buChar char="•"/>
            </a:pPr>
            <a:r>
              <a:rPr lang="en-US" sz="2000" b="1" dirty="0"/>
              <a:t>Privacy and Confidentiality:</a:t>
            </a:r>
          </a:p>
        </p:txBody>
      </p:sp>
      <p:sp>
        <p:nvSpPr>
          <p:cNvPr id="7" name="Rectangle 6"/>
          <p:cNvSpPr/>
          <p:nvPr/>
        </p:nvSpPr>
        <p:spPr>
          <a:xfrm>
            <a:off x="246352" y="4277857"/>
            <a:ext cx="8440448" cy="1754326"/>
          </a:xfrm>
          <a:prstGeom prst="rect">
            <a:avLst/>
          </a:prstGeom>
        </p:spPr>
        <p:txBody>
          <a:bodyPr wrap="square">
            <a:spAutoFit/>
          </a:bodyPr>
          <a:lstStyle/>
          <a:p>
            <a:pPr marL="114300" indent="0" algn="just">
              <a:buNone/>
            </a:pPr>
            <a:r>
              <a:rPr lang="en-US" sz="1800" dirty="0"/>
              <a:t>Cryptography enables DLT systems to implement privacy-enhancing features that protect sensitive information while still maintaining transparency and auditability. Techniques such as zero-knowledge proofs, homomorphic encryption, and ring signatures allow participants to prove the validity of transactions or computations without revealing the underlying data, thus preserving privacy and confidentiality.</a:t>
            </a:r>
          </a:p>
        </p:txBody>
      </p:sp>
    </p:spTree>
    <p:extLst>
      <p:ext uri="{BB962C8B-B14F-4D97-AF65-F5344CB8AC3E}">
        <p14:creationId xmlns:p14="http://schemas.microsoft.com/office/powerpoint/2010/main" val="3263594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213064" y="729449"/>
            <a:ext cx="8500369" cy="611080"/>
          </a:xfrm>
        </p:spPr>
        <p:txBody>
          <a:bodyPr>
            <a:normAutofit/>
          </a:bodyPr>
          <a:lstStyle/>
          <a:p>
            <a:r>
              <a:rPr lang="en-US" sz="2800" dirty="0"/>
              <a:t>Cryptography &amp; Distributed ledger technology</a:t>
            </a:r>
            <a:endParaRPr lang="en-IN" sz="2800" dirty="0"/>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21</a:t>
            </a:fld>
            <a:endParaRPr lang="en-US"/>
          </a:p>
        </p:txBody>
      </p:sp>
      <p:sp>
        <p:nvSpPr>
          <p:cNvPr id="4" name="Rectangle 3"/>
          <p:cNvSpPr/>
          <p:nvPr/>
        </p:nvSpPr>
        <p:spPr>
          <a:xfrm>
            <a:off x="0" y="1455191"/>
            <a:ext cx="5121915" cy="400110"/>
          </a:xfrm>
          <a:prstGeom prst="rect">
            <a:avLst/>
          </a:prstGeom>
        </p:spPr>
        <p:txBody>
          <a:bodyPr wrap="none">
            <a:spAutoFit/>
          </a:bodyPr>
          <a:lstStyle/>
          <a:p>
            <a:pPr marL="285750" indent="-285750" algn="just">
              <a:buFont typeface="Arial" panose="020B0604020202020204" pitchFamily="34" charset="0"/>
              <a:buChar char="•"/>
            </a:pPr>
            <a:r>
              <a:rPr lang="en-US" sz="2000" b="1" dirty="0"/>
              <a:t>Key Management and Access Control</a:t>
            </a:r>
            <a:r>
              <a:rPr lang="en-US" b="1" dirty="0"/>
              <a:t>:</a:t>
            </a:r>
          </a:p>
        </p:txBody>
      </p:sp>
      <p:sp>
        <p:nvSpPr>
          <p:cNvPr id="5" name="Rectangle 4"/>
          <p:cNvSpPr/>
          <p:nvPr/>
        </p:nvSpPr>
        <p:spPr>
          <a:xfrm>
            <a:off x="190869" y="1872177"/>
            <a:ext cx="8615780" cy="3970318"/>
          </a:xfrm>
          <a:prstGeom prst="rect">
            <a:avLst/>
          </a:prstGeom>
        </p:spPr>
        <p:txBody>
          <a:bodyPr wrap="square">
            <a:spAutoFit/>
          </a:bodyPr>
          <a:lstStyle/>
          <a:p>
            <a:pPr marL="114300" indent="0" algn="just">
              <a:buNone/>
            </a:pPr>
            <a:r>
              <a:rPr lang="en-US" sz="2800" dirty="0"/>
              <a:t>Proper key management is essential in distributed ledger systems to prevent unauthorized access and ensure the security of participants' assets and identities. Cryptographic techniques such as hierarchical deterministic wallets, multi-signature schemes, and threshold cryptography are employed to securely generate, store, and distribute cryptographic keys, enabling fine-grained access control and mitigating the risk of key.</a:t>
            </a:r>
          </a:p>
        </p:txBody>
      </p:sp>
    </p:spTree>
    <p:extLst>
      <p:ext uri="{BB962C8B-B14F-4D97-AF65-F5344CB8AC3E}">
        <p14:creationId xmlns:p14="http://schemas.microsoft.com/office/powerpoint/2010/main" val="11782072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213064" y="729449"/>
            <a:ext cx="8500369" cy="611080"/>
          </a:xfrm>
        </p:spPr>
        <p:txBody>
          <a:bodyPr>
            <a:normAutofit/>
          </a:bodyPr>
          <a:lstStyle/>
          <a:p>
            <a:r>
              <a:rPr lang="en-US" sz="2800" dirty="0"/>
              <a:t>Public Key Cryptographic Hashing</a:t>
            </a:r>
            <a:endParaRPr lang="en-IN" sz="2800" dirty="0"/>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22</a:t>
            </a:fld>
            <a:endParaRPr lang="en-US"/>
          </a:p>
        </p:txBody>
      </p:sp>
      <p:sp>
        <p:nvSpPr>
          <p:cNvPr id="6" name="Rectangle 5"/>
          <p:cNvSpPr/>
          <p:nvPr/>
        </p:nvSpPr>
        <p:spPr>
          <a:xfrm>
            <a:off x="218661" y="1545128"/>
            <a:ext cx="8713304" cy="4524315"/>
          </a:xfrm>
          <a:prstGeom prst="rect">
            <a:avLst/>
          </a:prstGeom>
        </p:spPr>
        <p:txBody>
          <a:bodyPr wrap="square">
            <a:spAutoFit/>
          </a:bodyPr>
          <a:lstStyle/>
          <a:p>
            <a:r>
              <a:rPr lang="en-US" sz="2400" b="1" dirty="0"/>
              <a:t>Introduction</a:t>
            </a:r>
          </a:p>
          <a:p>
            <a:r>
              <a:rPr lang="en-US" sz="2400" dirty="0"/>
              <a:t>Public key cryptographic hashing is a security technique used in modern computer systems to ensure data integrity, authentication, and secure communication. It combines the concepts of </a:t>
            </a:r>
            <a:r>
              <a:rPr lang="en-US" sz="2400" b="1" dirty="0"/>
              <a:t>public key cryptography</a:t>
            </a:r>
            <a:r>
              <a:rPr lang="en-US" sz="2400" dirty="0"/>
              <a:t> and </a:t>
            </a:r>
            <a:r>
              <a:rPr lang="en-US" sz="2400" b="1" dirty="0"/>
              <a:t>cryptographic hash functions</a:t>
            </a:r>
            <a:r>
              <a:rPr lang="en-US" sz="2400" dirty="0"/>
              <a:t>.</a:t>
            </a:r>
          </a:p>
          <a:p>
            <a:r>
              <a:rPr lang="en-US" sz="2400" dirty="0"/>
              <a:t>Hashing converts input data into a fixed-length value called a </a:t>
            </a:r>
            <a:r>
              <a:rPr lang="en-US" sz="2400" b="1" dirty="0"/>
              <a:t>hash value</a:t>
            </a:r>
            <a:r>
              <a:rPr lang="en-US" sz="2400" dirty="0"/>
              <a:t> or </a:t>
            </a:r>
            <a:r>
              <a:rPr lang="en-US" sz="2400" b="1" dirty="0"/>
              <a:t>digest</a:t>
            </a:r>
            <a:r>
              <a:rPr lang="en-US" sz="2400" dirty="0"/>
              <a:t>. Public key cryptography uses two keys:</a:t>
            </a:r>
          </a:p>
          <a:p>
            <a:pPr>
              <a:buFont typeface="Arial" panose="020B0604020202020204" pitchFamily="34" charset="0"/>
              <a:buChar char="•"/>
            </a:pPr>
            <a:r>
              <a:rPr lang="en-US" sz="2400" dirty="0"/>
              <a:t>Public Key → shared openly </a:t>
            </a:r>
          </a:p>
          <a:p>
            <a:pPr>
              <a:buFont typeface="Arial" panose="020B0604020202020204" pitchFamily="34" charset="0"/>
              <a:buChar char="•"/>
            </a:pPr>
            <a:r>
              <a:rPr lang="en-US" sz="2400" dirty="0"/>
              <a:t>Private Key → kept secret </a:t>
            </a:r>
          </a:p>
          <a:p>
            <a:r>
              <a:rPr lang="en-US" sz="2400" dirty="0"/>
              <a:t>Together, they provide secure authentication and digital security services.</a:t>
            </a:r>
          </a:p>
        </p:txBody>
      </p:sp>
    </p:spTree>
    <p:extLst>
      <p:ext uri="{BB962C8B-B14F-4D97-AF65-F5344CB8AC3E}">
        <p14:creationId xmlns:p14="http://schemas.microsoft.com/office/powerpoint/2010/main" val="41036277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213064" y="729449"/>
            <a:ext cx="8500369" cy="611080"/>
          </a:xfrm>
        </p:spPr>
        <p:txBody>
          <a:bodyPr>
            <a:normAutofit/>
          </a:bodyPr>
          <a:lstStyle/>
          <a:p>
            <a:r>
              <a:rPr lang="en-US" sz="2800" dirty="0"/>
              <a:t>Public Key Cryptographic Hashing</a:t>
            </a:r>
            <a:endParaRPr lang="en-IN" sz="2800" dirty="0"/>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23</a:t>
            </a:fld>
            <a:endParaRPr lang="en-US"/>
          </a:p>
        </p:txBody>
      </p:sp>
      <p:sp>
        <p:nvSpPr>
          <p:cNvPr id="4" name="Rectangle 1"/>
          <p:cNvSpPr>
            <a:spLocks noChangeArrowheads="1"/>
          </p:cNvSpPr>
          <p:nvPr/>
        </p:nvSpPr>
        <p:spPr bwMode="auto">
          <a:xfrm>
            <a:off x="172278" y="1563763"/>
            <a:ext cx="8776762"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mn-lt"/>
              </a:rPr>
              <a:t>Cryptographic Hash Function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mn-lt"/>
              </a:rPr>
              <a:t>A cryptographic hash function takes any size input and produces a fixed-size output.</a:t>
            </a:r>
            <a:endParaRPr kumimoji="0" lang="en-US" altLang="en-US" sz="1800" b="1"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mn-lt"/>
              </a:rPr>
              <a:t>Characteristics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mn-lt"/>
              </a:rPr>
              <a:t>Fixed output length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mn-lt"/>
              </a:rPr>
              <a:t>One-way process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mn-lt"/>
              </a:rPr>
              <a:t>Fast computation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mn-lt"/>
              </a:rPr>
              <a:t>Difficult to reverse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mn-lt"/>
              </a:rPr>
              <a:t>Small input changes create different hashes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mn-lt"/>
              </a:rPr>
              <a:t>Collision resistant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mn-lt"/>
              </a:rPr>
              <a:t>Example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mn-lt"/>
              </a:rPr>
              <a:t>Input:</a:t>
            </a:r>
            <a:br>
              <a:rPr kumimoji="0" lang="en-US" altLang="en-US" sz="1800" b="0" i="0" u="none" strike="noStrike" cap="none" normalizeH="0" baseline="0" dirty="0">
                <a:ln>
                  <a:noFill/>
                </a:ln>
                <a:solidFill>
                  <a:schemeClr val="tx1"/>
                </a:solidFill>
                <a:effectLst/>
                <a:latin typeface="+mn-lt"/>
              </a:rPr>
            </a:br>
            <a:r>
              <a:rPr kumimoji="0" lang="en-US" altLang="en-US" sz="1800" b="0" i="0" u="none" strike="noStrike" cap="none" normalizeH="0" baseline="0" dirty="0">
                <a:ln>
                  <a:noFill/>
                </a:ln>
                <a:solidFill>
                  <a:schemeClr val="tx1"/>
                </a:solidFill>
                <a:effectLst/>
                <a:latin typeface="+mn-lt"/>
              </a:rPr>
              <a:t>“Hello”</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mn-lt"/>
              </a:rPr>
              <a:t>Hash Output:</a:t>
            </a:r>
            <a:br>
              <a:rPr kumimoji="0" lang="en-US" altLang="en-US" sz="1800" b="0" i="0" u="none" strike="noStrike" cap="none" normalizeH="0" baseline="0" dirty="0">
                <a:ln>
                  <a:noFill/>
                </a:ln>
                <a:solidFill>
                  <a:schemeClr val="tx1"/>
                </a:solidFill>
                <a:effectLst/>
                <a:latin typeface="+mn-lt"/>
              </a:rPr>
            </a:br>
            <a:r>
              <a:rPr kumimoji="0" lang="en-US" altLang="en-US" sz="1800" b="0" i="0" u="none" strike="noStrike" cap="none" normalizeH="0" baseline="0" dirty="0">
                <a:ln>
                  <a:noFill/>
                </a:ln>
                <a:solidFill>
                  <a:schemeClr val="tx1"/>
                </a:solidFill>
                <a:effectLst/>
                <a:latin typeface="+mn-lt"/>
              </a:rPr>
              <a:t>185f8db32271fe25f561a6fc938b2e264306ec304eda518007d1764826381969</a:t>
            </a:r>
          </a:p>
        </p:txBody>
      </p:sp>
    </p:spTree>
    <p:extLst>
      <p:ext uri="{BB962C8B-B14F-4D97-AF65-F5344CB8AC3E}">
        <p14:creationId xmlns:p14="http://schemas.microsoft.com/office/powerpoint/2010/main" val="34347966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213064" y="729449"/>
            <a:ext cx="8500369" cy="611080"/>
          </a:xfrm>
        </p:spPr>
        <p:txBody>
          <a:bodyPr>
            <a:normAutofit/>
          </a:bodyPr>
          <a:lstStyle/>
          <a:p>
            <a:r>
              <a:rPr lang="en-US" sz="2800" dirty="0"/>
              <a:t>Public Key Cryptographic Hashing</a:t>
            </a:r>
            <a:endParaRPr lang="en-IN" sz="2800" dirty="0"/>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24</a:t>
            </a:fld>
            <a:endParaRPr lang="en-US"/>
          </a:p>
        </p:txBody>
      </p:sp>
      <p:graphicFrame>
        <p:nvGraphicFramePr>
          <p:cNvPr id="4" name="Table 3"/>
          <p:cNvGraphicFramePr>
            <a:graphicFrameLocks noGrp="1"/>
          </p:cNvGraphicFramePr>
          <p:nvPr>
            <p:extLst>
              <p:ext uri="{D42A27DB-BD31-4B8C-83A1-F6EECF244321}">
                <p14:modId xmlns:p14="http://schemas.microsoft.com/office/powerpoint/2010/main" val="3752550374"/>
              </p:ext>
            </p:extLst>
          </p:nvPr>
        </p:nvGraphicFramePr>
        <p:xfrm>
          <a:off x="457200" y="1895233"/>
          <a:ext cx="8229600" cy="2286000"/>
        </p:xfrm>
        <a:graphic>
          <a:graphicData uri="http://schemas.openxmlformats.org/drawingml/2006/table">
            <a:tbl>
              <a:tblPr>
                <a:tableStyleId>{D7AC3CCA-C797-4891-BE02-D94E43425B78}</a:tableStyleId>
              </a:tblPr>
              <a:tblGrid>
                <a:gridCol w="2743200">
                  <a:extLst>
                    <a:ext uri="{9D8B030D-6E8A-4147-A177-3AD203B41FA5}">
                      <a16:colId xmlns:a16="http://schemas.microsoft.com/office/drawing/2014/main" val="1959594272"/>
                    </a:ext>
                  </a:extLst>
                </a:gridCol>
                <a:gridCol w="2743200">
                  <a:extLst>
                    <a:ext uri="{9D8B030D-6E8A-4147-A177-3AD203B41FA5}">
                      <a16:colId xmlns:a16="http://schemas.microsoft.com/office/drawing/2014/main" val="1236478987"/>
                    </a:ext>
                  </a:extLst>
                </a:gridCol>
                <a:gridCol w="2743200">
                  <a:extLst>
                    <a:ext uri="{9D8B030D-6E8A-4147-A177-3AD203B41FA5}">
                      <a16:colId xmlns:a16="http://schemas.microsoft.com/office/drawing/2014/main" val="353649932"/>
                    </a:ext>
                  </a:extLst>
                </a:gridCol>
              </a:tblGrid>
              <a:tr h="0">
                <a:tc>
                  <a:txBody>
                    <a:bodyPr/>
                    <a:lstStyle/>
                    <a:p>
                      <a:r>
                        <a:rPr lang="en-IN" sz="2400"/>
                        <a:t>Algorithm</a:t>
                      </a:r>
                    </a:p>
                  </a:txBody>
                  <a:tcPr anchor="ctr"/>
                </a:tc>
                <a:tc>
                  <a:txBody>
                    <a:bodyPr/>
                    <a:lstStyle/>
                    <a:p>
                      <a:r>
                        <a:rPr lang="en-IN" sz="2400"/>
                        <a:t>Output Size</a:t>
                      </a:r>
                    </a:p>
                  </a:txBody>
                  <a:tcPr anchor="ctr"/>
                </a:tc>
                <a:tc>
                  <a:txBody>
                    <a:bodyPr/>
                    <a:lstStyle/>
                    <a:p>
                      <a:r>
                        <a:rPr lang="en-IN" sz="2400"/>
                        <a:t>Status</a:t>
                      </a:r>
                    </a:p>
                  </a:txBody>
                  <a:tcPr anchor="ctr"/>
                </a:tc>
                <a:extLst>
                  <a:ext uri="{0D108BD9-81ED-4DB2-BD59-A6C34878D82A}">
                    <a16:rowId xmlns:a16="http://schemas.microsoft.com/office/drawing/2014/main" val="1734838823"/>
                  </a:ext>
                </a:extLst>
              </a:tr>
              <a:tr h="0">
                <a:tc>
                  <a:txBody>
                    <a:bodyPr/>
                    <a:lstStyle/>
                    <a:p>
                      <a:r>
                        <a:rPr lang="en-IN" sz="2400"/>
                        <a:t>MD5</a:t>
                      </a:r>
                    </a:p>
                  </a:txBody>
                  <a:tcPr anchor="ctr"/>
                </a:tc>
                <a:tc>
                  <a:txBody>
                    <a:bodyPr/>
                    <a:lstStyle/>
                    <a:p>
                      <a:r>
                        <a:rPr lang="en-IN" sz="2400"/>
                        <a:t>128-bit</a:t>
                      </a:r>
                    </a:p>
                  </a:txBody>
                  <a:tcPr anchor="ctr"/>
                </a:tc>
                <a:tc>
                  <a:txBody>
                    <a:bodyPr/>
                    <a:lstStyle/>
                    <a:p>
                      <a:r>
                        <a:rPr lang="en-IN" sz="2400"/>
                        <a:t>Weak</a:t>
                      </a:r>
                    </a:p>
                  </a:txBody>
                  <a:tcPr anchor="ctr"/>
                </a:tc>
                <a:extLst>
                  <a:ext uri="{0D108BD9-81ED-4DB2-BD59-A6C34878D82A}">
                    <a16:rowId xmlns:a16="http://schemas.microsoft.com/office/drawing/2014/main" val="3695559784"/>
                  </a:ext>
                </a:extLst>
              </a:tr>
              <a:tr h="0">
                <a:tc>
                  <a:txBody>
                    <a:bodyPr/>
                    <a:lstStyle/>
                    <a:p>
                      <a:r>
                        <a:rPr lang="en-IN" sz="2400"/>
                        <a:t>SHA-1</a:t>
                      </a:r>
                    </a:p>
                  </a:txBody>
                  <a:tcPr anchor="ctr"/>
                </a:tc>
                <a:tc>
                  <a:txBody>
                    <a:bodyPr/>
                    <a:lstStyle/>
                    <a:p>
                      <a:r>
                        <a:rPr lang="en-IN" sz="2400"/>
                        <a:t>160-bit</a:t>
                      </a:r>
                    </a:p>
                  </a:txBody>
                  <a:tcPr anchor="ctr"/>
                </a:tc>
                <a:tc>
                  <a:txBody>
                    <a:bodyPr/>
                    <a:lstStyle/>
                    <a:p>
                      <a:r>
                        <a:rPr lang="en-IN" sz="2400"/>
                        <a:t>Deprecated</a:t>
                      </a:r>
                    </a:p>
                  </a:txBody>
                  <a:tcPr anchor="ctr"/>
                </a:tc>
                <a:extLst>
                  <a:ext uri="{0D108BD9-81ED-4DB2-BD59-A6C34878D82A}">
                    <a16:rowId xmlns:a16="http://schemas.microsoft.com/office/drawing/2014/main" val="3067635232"/>
                  </a:ext>
                </a:extLst>
              </a:tr>
              <a:tr h="0">
                <a:tc>
                  <a:txBody>
                    <a:bodyPr/>
                    <a:lstStyle/>
                    <a:p>
                      <a:r>
                        <a:rPr lang="en-IN" sz="2400"/>
                        <a:t>SHA-256</a:t>
                      </a:r>
                    </a:p>
                  </a:txBody>
                  <a:tcPr anchor="ctr"/>
                </a:tc>
                <a:tc>
                  <a:txBody>
                    <a:bodyPr/>
                    <a:lstStyle/>
                    <a:p>
                      <a:r>
                        <a:rPr lang="en-IN" sz="2400"/>
                        <a:t>256-bit</a:t>
                      </a:r>
                    </a:p>
                  </a:txBody>
                  <a:tcPr anchor="ctr"/>
                </a:tc>
                <a:tc>
                  <a:txBody>
                    <a:bodyPr/>
                    <a:lstStyle/>
                    <a:p>
                      <a:r>
                        <a:rPr lang="en-IN" sz="2400"/>
                        <a:t>Secure</a:t>
                      </a:r>
                    </a:p>
                  </a:txBody>
                  <a:tcPr anchor="ctr"/>
                </a:tc>
                <a:extLst>
                  <a:ext uri="{0D108BD9-81ED-4DB2-BD59-A6C34878D82A}">
                    <a16:rowId xmlns:a16="http://schemas.microsoft.com/office/drawing/2014/main" val="4010316271"/>
                  </a:ext>
                </a:extLst>
              </a:tr>
              <a:tr h="0">
                <a:tc>
                  <a:txBody>
                    <a:bodyPr/>
                    <a:lstStyle/>
                    <a:p>
                      <a:r>
                        <a:rPr lang="en-IN" sz="2400"/>
                        <a:t>SHA-512</a:t>
                      </a:r>
                    </a:p>
                  </a:txBody>
                  <a:tcPr anchor="ctr"/>
                </a:tc>
                <a:tc>
                  <a:txBody>
                    <a:bodyPr/>
                    <a:lstStyle/>
                    <a:p>
                      <a:r>
                        <a:rPr lang="en-IN" sz="2400"/>
                        <a:t>512-bit</a:t>
                      </a:r>
                    </a:p>
                  </a:txBody>
                  <a:tcPr anchor="ctr"/>
                </a:tc>
                <a:tc>
                  <a:txBody>
                    <a:bodyPr/>
                    <a:lstStyle/>
                    <a:p>
                      <a:r>
                        <a:rPr lang="en-IN" sz="2400" dirty="0"/>
                        <a:t>Highly Secure</a:t>
                      </a:r>
                    </a:p>
                  </a:txBody>
                  <a:tcPr anchor="ctr"/>
                </a:tc>
                <a:extLst>
                  <a:ext uri="{0D108BD9-81ED-4DB2-BD59-A6C34878D82A}">
                    <a16:rowId xmlns:a16="http://schemas.microsoft.com/office/drawing/2014/main" val="3377378570"/>
                  </a:ext>
                </a:extLst>
              </a:tr>
            </a:tbl>
          </a:graphicData>
        </a:graphic>
      </p:graphicFrame>
    </p:spTree>
    <p:extLst>
      <p:ext uri="{BB962C8B-B14F-4D97-AF65-F5344CB8AC3E}">
        <p14:creationId xmlns:p14="http://schemas.microsoft.com/office/powerpoint/2010/main" val="21317604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213064" y="729449"/>
            <a:ext cx="8500369" cy="611080"/>
          </a:xfrm>
        </p:spPr>
        <p:txBody>
          <a:bodyPr>
            <a:normAutofit/>
          </a:bodyPr>
          <a:lstStyle/>
          <a:p>
            <a:r>
              <a:rPr lang="en-US" sz="2800" dirty="0"/>
              <a:t>Public Key Cryptographic Hashing</a:t>
            </a:r>
            <a:endParaRPr lang="en-IN" sz="2800" dirty="0"/>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25</a:t>
            </a:fld>
            <a:endParaRPr lang="en-US"/>
          </a:p>
        </p:txBody>
      </p:sp>
      <p:sp>
        <p:nvSpPr>
          <p:cNvPr id="4" name="Rectangle 3"/>
          <p:cNvSpPr/>
          <p:nvPr/>
        </p:nvSpPr>
        <p:spPr>
          <a:xfrm>
            <a:off x="470451" y="1573337"/>
            <a:ext cx="7984435" cy="3785652"/>
          </a:xfrm>
          <a:prstGeom prst="rect">
            <a:avLst/>
          </a:prstGeom>
        </p:spPr>
        <p:txBody>
          <a:bodyPr wrap="square">
            <a:spAutoFit/>
          </a:bodyPr>
          <a:lstStyle/>
          <a:p>
            <a:r>
              <a:rPr lang="en-IN" sz="2000" b="1" dirty="0"/>
              <a:t>Public Key Cryptography</a:t>
            </a:r>
          </a:p>
          <a:p>
            <a:r>
              <a:rPr lang="en-IN" sz="2000" dirty="0"/>
              <a:t>Public key cryptography uses asymmetric encryption.</a:t>
            </a:r>
          </a:p>
          <a:p>
            <a:r>
              <a:rPr lang="en-IN" sz="2000" b="1" dirty="0"/>
              <a:t>Components</a:t>
            </a:r>
          </a:p>
          <a:p>
            <a:pPr>
              <a:buFont typeface="Arial" panose="020B0604020202020204" pitchFamily="34" charset="0"/>
              <a:buChar char="•"/>
            </a:pPr>
            <a:r>
              <a:rPr lang="en-IN" sz="2000" dirty="0"/>
              <a:t>Public Key </a:t>
            </a:r>
          </a:p>
          <a:p>
            <a:pPr>
              <a:buFont typeface="Arial" panose="020B0604020202020204" pitchFamily="34" charset="0"/>
              <a:buChar char="•"/>
            </a:pPr>
            <a:r>
              <a:rPr lang="en-IN" sz="2000" dirty="0"/>
              <a:t>Private Key </a:t>
            </a:r>
          </a:p>
          <a:p>
            <a:r>
              <a:rPr lang="en-IN" sz="2000" b="1" dirty="0"/>
              <a:t>Working</a:t>
            </a:r>
          </a:p>
          <a:p>
            <a:pPr>
              <a:buFont typeface="+mj-lt"/>
              <a:buAutoNum type="arabicPeriod"/>
            </a:pPr>
            <a:r>
              <a:rPr lang="en-IN" sz="2000" dirty="0"/>
              <a:t>Sender encrypts data using receiver’s public key </a:t>
            </a:r>
          </a:p>
          <a:p>
            <a:pPr>
              <a:buFont typeface="+mj-lt"/>
              <a:buAutoNum type="arabicPeriod"/>
            </a:pPr>
            <a:r>
              <a:rPr lang="en-IN" sz="2000" dirty="0"/>
              <a:t>Receiver decrypts using private key </a:t>
            </a:r>
          </a:p>
          <a:p>
            <a:r>
              <a:rPr lang="en-IN" sz="2000" b="1" dirty="0"/>
              <a:t>Popular Algorithms</a:t>
            </a:r>
          </a:p>
          <a:p>
            <a:pPr>
              <a:buFont typeface="Arial" panose="020B0604020202020204" pitchFamily="34" charset="0"/>
              <a:buChar char="•"/>
            </a:pPr>
            <a:r>
              <a:rPr lang="en-IN" sz="2000" dirty="0"/>
              <a:t>RSA </a:t>
            </a:r>
          </a:p>
          <a:p>
            <a:pPr>
              <a:buFont typeface="Arial" panose="020B0604020202020204" pitchFamily="34" charset="0"/>
              <a:buChar char="•"/>
            </a:pPr>
            <a:r>
              <a:rPr lang="en-IN" sz="2000" dirty="0"/>
              <a:t>DSA </a:t>
            </a:r>
          </a:p>
          <a:p>
            <a:pPr>
              <a:buFont typeface="Arial" panose="020B0604020202020204" pitchFamily="34" charset="0"/>
              <a:buChar char="•"/>
            </a:pPr>
            <a:r>
              <a:rPr lang="en-IN" sz="2000" dirty="0"/>
              <a:t>ECC </a:t>
            </a:r>
          </a:p>
        </p:txBody>
      </p:sp>
    </p:spTree>
    <p:extLst>
      <p:ext uri="{BB962C8B-B14F-4D97-AF65-F5344CB8AC3E}">
        <p14:creationId xmlns:p14="http://schemas.microsoft.com/office/powerpoint/2010/main" val="15739032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213064" y="729449"/>
            <a:ext cx="8500369" cy="611080"/>
          </a:xfrm>
        </p:spPr>
        <p:txBody>
          <a:bodyPr>
            <a:normAutofit/>
          </a:bodyPr>
          <a:lstStyle/>
          <a:p>
            <a:r>
              <a:rPr lang="en-US" sz="2800" dirty="0"/>
              <a:t>Blocks to Hashes</a:t>
            </a:r>
            <a:endParaRPr lang="en-IN" sz="2800" dirty="0"/>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26</a:t>
            </a:fld>
            <a:endParaRPr lang="en-US"/>
          </a:p>
        </p:txBody>
      </p:sp>
      <p:sp>
        <p:nvSpPr>
          <p:cNvPr id="4" name="Rectangle 3"/>
          <p:cNvSpPr/>
          <p:nvPr/>
        </p:nvSpPr>
        <p:spPr>
          <a:xfrm>
            <a:off x="390938" y="1846901"/>
            <a:ext cx="8607287" cy="3539430"/>
          </a:xfrm>
          <a:prstGeom prst="rect">
            <a:avLst/>
          </a:prstGeom>
        </p:spPr>
        <p:txBody>
          <a:bodyPr wrap="square">
            <a:spAutoFit/>
          </a:bodyPr>
          <a:lstStyle/>
          <a:p>
            <a:r>
              <a:rPr lang="en-US" sz="2800" b="1" dirty="0"/>
              <a:t>Introduction</a:t>
            </a:r>
          </a:p>
          <a:p>
            <a:r>
              <a:rPr lang="en-US" sz="2800" dirty="0"/>
              <a:t>In </a:t>
            </a:r>
            <a:r>
              <a:rPr lang="en-US" sz="2800" dirty="0" err="1"/>
              <a:t>blockchain</a:t>
            </a:r>
            <a:r>
              <a:rPr lang="en-US" sz="2800" dirty="0"/>
              <a:t> technology, data is stored in units called </a:t>
            </a:r>
            <a:r>
              <a:rPr lang="en-US" sz="2800" b="1" dirty="0"/>
              <a:t>blocks</a:t>
            </a:r>
            <a:r>
              <a:rPr lang="en-US" sz="2800" dirty="0"/>
              <a:t>. Each block contains transaction details and is converted into a unique digital fingerprint called a </a:t>
            </a:r>
            <a:r>
              <a:rPr lang="en-US" sz="2800" b="1" dirty="0"/>
              <a:t>hash</a:t>
            </a:r>
            <a:r>
              <a:rPr lang="en-US" sz="2800" dirty="0"/>
              <a:t> using cryptographic hash functions. The process of converting blocks into hashes ensures security, integrity, and immutability of </a:t>
            </a:r>
            <a:r>
              <a:rPr lang="en-US" sz="2800" dirty="0" err="1"/>
              <a:t>blockchain</a:t>
            </a:r>
            <a:r>
              <a:rPr lang="en-US" sz="2800" dirty="0"/>
              <a:t> data.</a:t>
            </a:r>
          </a:p>
        </p:txBody>
      </p:sp>
    </p:spTree>
    <p:extLst>
      <p:ext uri="{BB962C8B-B14F-4D97-AF65-F5344CB8AC3E}">
        <p14:creationId xmlns:p14="http://schemas.microsoft.com/office/powerpoint/2010/main" val="31162749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213064" y="729449"/>
            <a:ext cx="8500369" cy="611080"/>
          </a:xfrm>
        </p:spPr>
        <p:txBody>
          <a:bodyPr>
            <a:normAutofit/>
          </a:bodyPr>
          <a:lstStyle/>
          <a:p>
            <a:r>
              <a:rPr lang="en-US" sz="2800" dirty="0"/>
              <a:t>Blocks to Hashes</a:t>
            </a:r>
            <a:endParaRPr lang="en-IN" sz="2800" dirty="0"/>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27</a:t>
            </a:fld>
            <a:endParaRPr lang="en-US"/>
          </a:p>
        </p:txBody>
      </p:sp>
      <p:sp>
        <p:nvSpPr>
          <p:cNvPr id="4" name="Rectangle 3"/>
          <p:cNvSpPr/>
          <p:nvPr/>
        </p:nvSpPr>
        <p:spPr>
          <a:xfrm>
            <a:off x="430695" y="1654555"/>
            <a:ext cx="7856609" cy="4154984"/>
          </a:xfrm>
          <a:prstGeom prst="rect">
            <a:avLst/>
          </a:prstGeom>
        </p:spPr>
        <p:txBody>
          <a:bodyPr wrap="square">
            <a:spAutoFit/>
          </a:bodyPr>
          <a:lstStyle/>
          <a:p>
            <a:r>
              <a:rPr lang="en-US" sz="2400" b="1" dirty="0"/>
              <a:t>What is a Block?</a:t>
            </a:r>
          </a:p>
          <a:p>
            <a:r>
              <a:rPr lang="en-US" sz="2400" dirty="0"/>
              <a:t>A block is a container that stores information in a </a:t>
            </a:r>
            <a:r>
              <a:rPr lang="en-US" sz="2400" dirty="0" err="1"/>
              <a:t>blockchain</a:t>
            </a:r>
            <a:r>
              <a:rPr lang="en-US" sz="2400" dirty="0"/>
              <a:t> network.</a:t>
            </a:r>
          </a:p>
          <a:p>
            <a:r>
              <a:rPr lang="en-US" sz="2400" b="1" dirty="0"/>
              <a:t>Components of a Block</a:t>
            </a:r>
          </a:p>
          <a:p>
            <a:pPr>
              <a:buFont typeface="Arial" panose="020B0604020202020204" pitchFamily="34" charset="0"/>
              <a:buChar char="•"/>
            </a:pPr>
            <a:r>
              <a:rPr lang="en-US" sz="2400" dirty="0"/>
              <a:t>Transaction data </a:t>
            </a:r>
          </a:p>
          <a:p>
            <a:pPr>
              <a:buFont typeface="Arial" panose="020B0604020202020204" pitchFamily="34" charset="0"/>
              <a:buChar char="•"/>
            </a:pPr>
            <a:r>
              <a:rPr lang="en-US" sz="2400" dirty="0"/>
              <a:t>Timestamp </a:t>
            </a:r>
          </a:p>
          <a:p>
            <a:pPr>
              <a:buFont typeface="Arial" panose="020B0604020202020204" pitchFamily="34" charset="0"/>
              <a:buChar char="•"/>
            </a:pPr>
            <a:r>
              <a:rPr lang="en-US" sz="2400" dirty="0"/>
              <a:t>Previous block hash </a:t>
            </a:r>
          </a:p>
          <a:p>
            <a:pPr>
              <a:buFont typeface="Arial" panose="020B0604020202020204" pitchFamily="34" charset="0"/>
              <a:buChar char="•"/>
            </a:pPr>
            <a:r>
              <a:rPr lang="en-US" sz="2400" dirty="0"/>
              <a:t>Nonce value </a:t>
            </a:r>
          </a:p>
          <a:p>
            <a:pPr>
              <a:buFont typeface="Arial" panose="020B0604020202020204" pitchFamily="34" charset="0"/>
              <a:buChar char="•"/>
            </a:pPr>
            <a:r>
              <a:rPr lang="en-US" sz="2400" dirty="0"/>
              <a:t>Current block hash </a:t>
            </a:r>
          </a:p>
          <a:p>
            <a:r>
              <a:rPr lang="en-US" sz="2400" dirty="0"/>
              <a:t>Each block is connected to the previous block through hash values.</a:t>
            </a:r>
          </a:p>
        </p:txBody>
      </p:sp>
    </p:spTree>
    <p:extLst>
      <p:ext uri="{BB962C8B-B14F-4D97-AF65-F5344CB8AC3E}">
        <p14:creationId xmlns:p14="http://schemas.microsoft.com/office/powerpoint/2010/main" val="5311514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213064" y="729449"/>
            <a:ext cx="8500369" cy="611080"/>
          </a:xfrm>
        </p:spPr>
        <p:txBody>
          <a:bodyPr>
            <a:normAutofit/>
          </a:bodyPr>
          <a:lstStyle/>
          <a:p>
            <a:r>
              <a:rPr lang="en-US" sz="2800" dirty="0"/>
              <a:t>Blocks to Hashes</a:t>
            </a:r>
            <a:endParaRPr lang="en-IN" sz="2800" dirty="0"/>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28</a:t>
            </a:fld>
            <a:endParaRPr lang="en-US"/>
          </a:p>
        </p:txBody>
      </p:sp>
      <p:sp>
        <p:nvSpPr>
          <p:cNvPr id="5" name="Rectangle 4"/>
          <p:cNvSpPr/>
          <p:nvPr/>
        </p:nvSpPr>
        <p:spPr>
          <a:xfrm>
            <a:off x="271670" y="1512190"/>
            <a:ext cx="4572000" cy="2031325"/>
          </a:xfrm>
          <a:prstGeom prst="rect">
            <a:avLst/>
          </a:prstGeom>
        </p:spPr>
        <p:txBody>
          <a:bodyPr>
            <a:spAutoFit/>
          </a:bodyPr>
          <a:lstStyle/>
          <a:p>
            <a:r>
              <a:rPr lang="en-US" b="1" dirty="0"/>
              <a:t>Process of Converting Blocks to Hashes</a:t>
            </a:r>
          </a:p>
          <a:p>
            <a:r>
              <a:rPr lang="en-US" b="1" dirty="0"/>
              <a:t>Step 1: Create a Block</a:t>
            </a:r>
          </a:p>
          <a:p>
            <a:r>
              <a:rPr lang="en-US" dirty="0"/>
              <a:t>Transaction records and information are grouped together.</a:t>
            </a:r>
          </a:p>
          <a:p>
            <a:r>
              <a:rPr lang="en-US" b="1" dirty="0"/>
              <a:t>Example Block Data</a:t>
            </a:r>
          </a:p>
          <a:p>
            <a:pPr>
              <a:buFont typeface="Arial" panose="020B0604020202020204" pitchFamily="34" charset="0"/>
              <a:buChar char="•"/>
            </a:pPr>
            <a:r>
              <a:rPr lang="en-US" dirty="0"/>
              <a:t>Sender: A </a:t>
            </a:r>
          </a:p>
          <a:p>
            <a:pPr>
              <a:buFont typeface="Arial" panose="020B0604020202020204" pitchFamily="34" charset="0"/>
              <a:buChar char="•"/>
            </a:pPr>
            <a:r>
              <a:rPr lang="en-US" dirty="0"/>
              <a:t>Receiver: B </a:t>
            </a:r>
          </a:p>
          <a:p>
            <a:pPr>
              <a:buFont typeface="Arial" panose="020B0604020202020204" pitchFamily="34" charset="0"/>
              <a:buChar char="•"/>
            </a:pPr>
            <a:r>
              <a:rPr lang="en-US" dirty="0"/>
              <a:t>Amount: 100 </a:t>
            </a:r>
          </a:p>
          <a:p>
            <a:pPr>
              <a:buFont typeface="Arial" panose="020B0604020202020204" pitchFamily="34" charset="0"/>
              <a:buChar char="•"/>
            </a:pPr>
            <a:r>
              <a:rPr lang="en-US" dirty="0"/>
              <a:t>Timestamp</a:t>
            </a:r>
          </a:p>
        </p:txBody>
      </p:sp>
      <p:sp>
        <p:nvSpPr>
          <p:cNvPr id="6" name="Rectangle 5"/>
          <p:cNvSpPr/>
          <p:nvPr/>
        </p:nvSpPr>
        <p:spPr>
          <a:xfrm>
            <a:off x="271670" y="3575204"/>
            <a:ext cx="4572000" cy="738664"/>
          </a:xfrm>
          <a:prstGeom prst="rect">
            <a:avLst/>
          </a:prstGeom>
        </p:spPr>
        <p:txBody>
          <a:bodyPr>
            <a:spAutoFit/>
          </a:bodyPr>
          <a:lstStyle/>
          <a:p>
            <a:r>
              <a:rPr lang="en-US" b="1" dirty="0"/>
              <a:t>Step 2: Add Previous Hash</a:t>
            </a:r>
          </a:p>
          <a:p>
            <a:r>
              <a:rPr lang="en-US" dirty="0"/>
              <a:t>The block stores the hash value of the previous block.</a:t>
            </a:r>
          </a:p>
          <a:p>
            <a:r>
              <a:rPr lang="en-US" dirty="0"/>
              <a:t>This creates a chain structure.</a:t>
            </a:r>
          </a:p>
        </p:txBody>
      </p:sp>
      <p:sp>
        <p:nvSpPr>
          <p:cNvPr id="7" name="Rectangle 6"/>
          <p:cNvSpPr/>
          <p:nvPr/>
        </p:nvSpPr>
        <p:spPr>
          <a:xfrm>
            <a:off x="271670" y="4345557"/>
            <a:ext cx="4572000" cy="1169551"/>
          </a:xfrm>
          <a:prstGeom prst="rect">
            <a:avLst/>
          </a:prstGeom>
        </p:spPr>
        <p:txBody>
          <a:bodyPr>
            <a:spAutoFit/>
          </a:bodyPr>
          <a:lstStyle/>
          <a:p>
            <a:r>
              <a:rPr lang="en-US" b="1" dirty="0"/>
              <a:t>Step 3: Apply Hash Function</a:t>
            </a:r>
          </a:p>
          <a:p>
            <a:r>
              <a:rPr lang="en-US" dirty="0"/>
              <a:t>A cryptographic hash algorithm such as SHA-256 processes the block data.</a:t>
            </a:r>
          </a:p>
          <a:p>
            <a:r>
              <a:rPr lang="en-US" dirty="0"/>
              <a:t>Representation:</a:t>
            </a:r>
            <a:br>
              <a:rPr lang="en-US" dirty="0"/>
            </a:br>
            <a:r>
              <a:rPr lang="en-US" dirty="0"/>
              <a:t>Block Data → SHA-256 → Hash Value</a:t>
            </a:r>
          </a:p>
        </p:txBody>
      </p:sp>
      <p:sp>
        <p:nvSpPr>
          <p:cNvPr id="9" name="Rectangle 8"/>
          <p:cNvSpPr/>
          <p:nvPr/>
        </p:nvSpPr>
        <p:spPr>
          <a:xfrm>
            <a:off x="271670" y="5579287"/>
            <a:ext cx="4572000" cy="523220"/>
          </a:xfrm>
          <a:prstGeom prst="rect">
            <a:avLst/>
          </a:prstGeom>
        </p:spPr>
        <p:txBody>
          <a:bodyPr>
            <a:spAutoFit/>
          </a:bodyPr>
          <a:lstStyle/>
          <a:p>
            <a:r>
              <a:rPr lang="en-US" b="1" dirty="0"/>
              <a:t>Step 4: Generate Unique Hash</a:t>
            </a:r>
          </a:p>
          <a:p>
            <a:r>
              <a:rPr lang="en-US" dirty="0"/>
              <a:t>A fixed-length hash is generated.</a:t>
            </a:r>
          </a:p>
        </p:txBody>
      </p:sp>
      <p:pic>
        <p:nvPicPr>
          <p:cNvPr id="1027" name="Picture 3" descr="Blockchain Structure - GeeksforGeek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51513" y="2123693"/>
            <a:ext cx="4375978" cy="2190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106838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213064" y="729449"/>
            <a:ext cx="8500369" cy="611080"/>
          </a:xfrm>
        </p:spPr>
        <p:txBody>
          <a:bodyPr>
            <a:normAutofit/>
          </a:bodyPr>
          <a:lstStyle/>
          <a:p>
            <a:r>
              <a:rPr lang="en-US" sz="2800" dirty="0"/>
              <a:t>Blocks to Hashes</a:t>
            </a:r>
            <a:endParaRPr lang="en-IN" sz="2800" dirty="0"/>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29</a:t>
            </a:fld>
            <a:endParaRPr lang="en-US"/>
          </a:p>
        </p:txBody>
      </p:sp>
      <p:sp>
        <p:nvSpPr>
          <p:cNvPr id="4" name="Rectangle 3"/>
          <p:cNvSpPr/>
          <p:nvPr/>
        </p:nvSpPr>
        <p:spPr>
          <a:xfrm>
            <a:off x="284921" y="1657965"/>
            <a:ext cx="4572000" cy="2031325"/>
          </a:xfrm>
          <a:prstGeom prst="rect">
            <a:avLst/>
          </a:prstGeom>
        </p:spPr>
        <p:txBody>
          <a:bodyPr>
            <a:spAutoFit/>
          </a:bodyPr>
          <a:lstStyle/>
          <a:p>
            <a:r>
              <a:rPr lang="en-US" b="1" dirty="0" err="1"/>
              <a:t>Blockchain</a:t>
            </a:r>
            <a:r>
              <a:rPr lang="en-US" b="1" dirty="0"/>
              <a:t> Linking Through Hashes</a:t>
            </a:r>
          </a:p>
          <a:p>
            <a:r>
              <a:rPr lang="en-US" dirty="0"/>
              <a:t>Each block contains:</a:t>
            </a:r>
          </a:p>
          <a:p>
            <a:pPr>
              <a:buFont typeface="Arial" panose="020B0604020202020204" pitchFamily="34" charset="0"/>
              <a:buChar char="•"/>
            </a:pPr>
            <a:r>
              <a:rPr lang="en-US" dirty="0"/>
              <a:t>Its own hash </a:t>
            </a:r>
          </a:p>
          <a:p>
            <a:pPr>
              <a:buFont typeface="Arial" panose="020B0604020202020204" pitchFamily="34" charset="0"/>
              <a:buChar char="•"/>
            </a:pPr>
            <a:r>
              <a:rPr lang="en-US" dirty="0"/>
              <a:t>Previous block’s hash </a:t>
            </a:r>
          </a:p>
          <a:p>
            <a:r>
              <a:rPr lang="en-US" b="1" dirty="0"/>
              <a:t>Structure</a:t>
            </a:r>
          </a:p>
          <a:p>
            <a:r>
              <a:rPr lang="en-US" dirty="0"/>
              <a:t>Genesis Block → Hash A</a:t>
            </a:r>
            <a:br>
              <a:rPr lang="en-US" dirty="0"/>
            </a:br>
            <a:r>
              <a:rPr lang="en-US" dirty="0"/>
              <a:t>Block 2 → Hash B + Previous Hash A</a:t>
            </a:r>
            <a:br>
              <a:rPr lang="en-US" dirty="0"/>
            </a:br>
            <a:r>
              <a:rPr lang="en-US" dirty="0"/>
              <a:t>Block 3 → Hash C + Previous Hash B</a:t>
            </a:r>
          </a:p>
          <a:p>
            <a:r>
              <a:rPr lang="en-US" dirty="0"/>
              <a:t>This linking secures the </a:t>
            </a:r>
            <a:r>
              <a:rPr lang="en-US" dirty="0" err="1"/>
              <a:t>blockchain</a:t>
            </a:r>
            <a:r>
              <a:rPr lang="en-US" dirty="0"/>
              <a:t>.</a:t>
            </a:r>
          </a:p>
        </p:txBody>
      </p:sp>
      <p:pic>
        <p:nvPicPr>
          <p:cNvPr id="2050" name="Picture 2" descr="Blockchain Structure - GeeksforGeek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35570" y="2104157"/>
            <a:ext cx="5608430" cy="28070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705214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213064" y="729449"/>
            <a:ext cx="8500369" cy="611080"/>
          </a:xfrm>
        </p:spPr>
        <p:txBody>
          <a:bodyPr>
            <a:normAutofit/>
          </a:bodyPr>
          <a:lstStyle/>
          <a:p>
            <a:r>
              <a:rPr lang="en-US" sz="2800" dirty="0"/>
              <a:t>Hashing Function Online Demo</a:t>
            </a:r>
            <a:endParaRPr lang="en-IN" sz="2800" dirty="0"/>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30</a:t>
            </a:fld>
            <a:endParaRPr lang="en-US"/>
          </a:p>
        </p:txBody>
      </p:sp>
      <p:sp>
        <p:nvSpPr>
          <p:cNvPr id="5" name="Rectangle 4"/>
          <p:cNvSpPr/>
          <p:nvPr/>
        </p:nvSpPr>
        <p:spPr>
          <a:xfrm>
            <a:off x="1205948" y="2504662"/>
            <a:ext cx="7003148" cy="830997"/>
          </a:xfrm>
          <a:prstGeom prst="rect">
            <a:avLst/>
          </a:prstGeom>
        </p:spPr>
        <p:txBody>
          <a:bodyPr wrap="square">
            <a:spAutoFit/>
          </a:bodyPr>
          <a:lstStyle/>
          <a:p>
            <a:r>
              <a:rPr lang="en-IN" sz="2400" dirty="0">
                <a:hlinkClick r:id="rId2"/>
              </a:rPr>
              <a:t>https://10015.io/tools/md5-encrypt-decrypt</a:t>
            </a:r>
            <a:endParaRPr lang="en-IN" sz="2400" dirty="0"/>
          </a:p>
          <a:p>
            <a:endParaRPr lang="en-IN" sz="2400" dirty="0"/>
          </a:p>
        </p:txBody>
      </p:sp>
    </p:spTree>
    <p:extLst>
      <p:ext uri="{BB962C8B-B14F-4D97-AF65-F5344CB8AC3E}">
        <p14:creationId xmlns:p14="http://schemas.microsoft.com/office/powerpoint/2010/main" val="5307898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213064" y="729449"/>
            <a:ext cx="8500369" cy="611080"/>
          </a:xfrm>
        </p:spPr>
        <p:txBody>
          <a:bodyPr>
            <a:normAutofit/>
          </a:bodyPr>
          <a:lstStyle/>
          <a:p>
            <a:r>
              <a:rPr lang="en-US" sz="2800" dirty="0"/>
              <a:t>Hashing Function Online Demo</a:t>
            </a:r>
            <a:endParaRPr lang="en-IN" sz="2800" dirty="0"/>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31</a:t>
            </a:fld>
            <a:endParaRPr lang="en-US"/>
          </a:p>
        </p:txBody>
      </p:sp>
      <p:sp>
        <p:nvSpPr>
          <p:cNvPr id="5" name="Rectangle 4"/>
          <p:cNvSpPr/>
          <p:nvPr/>
        </p:nvSpPr>
        <p:spPr>
          <a:xfrm>
            <a:off x="1205948" y="2504662"/>
            <a:ext cx="7003148" cy="1938992"/>
          </a:xfrm>
          <a:prstGeom prst="rect">
            <a:avLst/>
          </a:prstGeom>
        </p:spPr>
        <p:txBody>
          <a:bodyPr wrap="square">
            <a:spAutoFit/>
          </a:bodyPr>
          <a:lstStyle/>
          <a:p>
            <a:r>
              <a:rPr lang="en-IN" sz="2400" dirty="0">
                <a:hlinkClick r:id="rId2"/>
              </a:rPr>
              <a:t>https://10015.io/tools/md5-encrypt-decrypt</a:t>
            </a:r>
            <a:endParaRPr lang="en-IN" sz="2400" dirty="0"/>
          </a:p>
          <a:p>
            <a:endParaRPr lang="en-US" sz="2400" dirty="0"/>
          </a:p>
          <a:p>
            <a:r>
              <a:rPr lang="en-IN" sz="2400" dirty="0">
                <a:hlinkClick r:id="rId3"/>
              </a:rPr>
              <a:t>https://emn178.github.io/online-tools/sha256.html</a:t>
            </a:r>
            <a:endParaRPr lang="en-IN" sz="2400" dirty="0"/>
          </a:p>
          <a:p>
            <a:endParaRPr lang="en-IN" sz="2400" dirty="0"/>
          </a:p>
          <a:p>
            <a:endParaRPr lang="en-IN" sz="2400" dirty="0"/>
          </a:p>
        </p:txBody>
      </p:sp>
    </p:spTree>
    <p:extLst>
      <p:ext uri="{BB962C8B-B14F-4D97-AF65-F5344CB8AC3E}">
        <p14:creationId xmlns:p14="http://schemas.microsoft.com/office/powerpoint/2010/main" val="31105509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695"/>
        <p:cNvGrpSpPr/>
        <p:nvPr/>
      </p:nvGrpSpPr>
      <p:grpSpPr>
        <a:xfrm>
          <a:off x="0" y="0"/>
          <a:ext cx="0" cy="0"/>
          <a:chOff x="0" y="0"/>
          <a:chExt cx="0" cy="0"/>
        </a:xfrm>
      </p:grpSpPr>
      <p:pic>
        <p:nvPicPr>
          <p:cNvPr id="696" name="Google Shape;696;p60"/>
          <p:cNvPicPr preferRelativeResize="0"/>
          <p:nvPr/>
        </p:nvPicPr>
        <p:blipFill rotWithShape="1">
          <a:blip r:embed="rId3">
            <a:alphaModFix/>
          </a:blip>
          <a:srcRect/>
          <a:stretch/>
        </p:blipFill>
        <p:spPr>
          <a:xfrm>
            <a:off x="323528" y="404664"/>
            <a:ext cx="8496944" cy="6206082"/>
          </a:xfrm>
          <a:prstGeom prst="rect">
            <a:avLst/>
          </a:prstGeom>
          <a:noFill/>
          <a:ln>
            <a:noFill/>
          </a:ln>
        </p:spPr>
      </p:pic>
      <p:sp>
        <p:nvSpPr>
          <p:cNvPr id="697" name="Google Shape;697;p60"/>
          <p:cNvSpPr txBox="1">
            <a:spLocks noGrp="1"/>
          </p:cNvSpPr>
          <p:nvPr>
            <p:ph type="ftr" idx="11"/>
          </p:nvPr>
        </p:nvSpPr>
        <p:spPr>
          <a:xfrm>
            <a:off x="0" y="6356350"/>
            <a:ext cx="2895600"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88888"/>
              </a:buClr>
              <a:buSzPts val="1400"/>
              <a:buFont typeface="Arial"/>
              <a:buNone/>
            </a:pPr>
            <a:r>
              <a:rPr lang="en-US" sz="1200" b="0" i="0" u="none" strike="noStrike" cap="none">
                <a:solidFill>
                  <a:srgbClr val="888888"/>
                </a:solidFill>
                <a:latin typeface="Calibri"/>
                <a:ea typeface="Calibri"/>
                <a:cs typeface="Calibri"/>
                <a:sym typeface="Calibri"/>
              </a:rPr>
              <a:t> </a:t>
            </a:r>
            <a:endParaRPr sz="1200" b="0" i="0" u="none" strike="noStrike" cap="none">
              <a:solidFill>
                <a:srgbClr val="888888"/>
              </a:solidFill>
              <a:latin typeface="Calibri"/>
              <a:ea typeface="Calibri"/>
              <a:cs typeface="Calibri"/>
              <a:sym typeface="Calibri"/>
            </a:endParaRPr>
          </a:p>
        </p:txBody>
      </p:sp>
      <p:sp>
        <p:nvSpPr>
          <p:cNvPr id="698" name="Google Shape;698;p60"/>
          <p:cNvSpPr txBox="1">
            <a:spLocks noGrp="1"/>
          </p:cNvSpPr>
          <p:nvPr>
            <p:ph type="sldNum" idx="4294967295"/>
          </p:nvPr>
        </p:nvSpPr>
        <p:spPr>
          <a:xfrm>
            <a:off x="70104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888888"/>
                </a:solidFill>
                <a:latin typeface="Calibri"/>
                <a:ea typeface="Calibri"/>
                <a:cs typeface="Calibri"/>
                <a:sym typeface="Calibri"/>
              </a:rPr>
              <a:t>32</a:t>
            </a:fld>
            <a:endParaRPr sz="1200" b="0" i="0" u="none" strike="noStrike" cap="none">
              <a:solidFill>
                <a:srgbClr val="888888"/>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507BA72441AEE45A3CAE1ADD5070980" ma:contentTypeVersion="7" ma:contentTypeDescription="Create a new document." ma:contentTypeScope="" ma:versionID="257639c9bae52cceea61322fecbfd23b">
  <xsd:schema xmlns:xsd="http://www.w3.org/2001/XMLSchema" xmlns:xs="http://www.w3.org/2001/XMLSchema" xmlns:p="http://schemas.microsoft.com/office/2006/metadata/properties" xmlns:ns2="2723f1bc-7802-4c44-b827-a549654b530e" targetNamespace="http://schemas.microsoft.com/office/2006/metadata/properties" ma:root="true" ma:fieldsID="146ed545e40a9bf03aef0bb26930a53e" ns2:_="">
    <xsd:import namespace="2723f1bc-7802-4c44-b827-a549654b530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723f1bc-7802-4c44-b827-a549654b530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1A415A97-EA71-451B-91F3-925EA386EA04}"/>
</file>

<file path=customXml/itemProps2.xml><?xml version="1.0" encoding="utf-8"?>
<ds:datastoreItem xmlns:ds="http://schemas.openxmlformats.org/officeDocument/2006/customXml" ds:itemID="{6FFFCD6A-41FF-45BF-A677-A20EB61C17CA}"/>
</file>

<file path=customXml/itemProps3.xml><?xml version="1.0" encoding="utf-8"?>
<ds:datastoreItem xmlns:ds="http://schemas.openxmlformats.org/officeDocument/2006/customXml" ds:itemID="{B3963047-F7D2-43D1-93FE-D828C0BD1BD9}"/>
</file>

<file path=docProps/app.xml><?xml version="1.0" encoding="utf-8"?>
<Properties xmlns="http://schemas.openxmlformats.org/officeDocument/2006/extended-properties" xmlns:vt="http://schemas.openxmlformats.org/officeDocument/2006/docPropsVTypes">
  <TotalTime>286</TotalTime>
  <Words>1897</Words>
  <Application>Microsoft Macintosh PowerPoint</Application>
  <PresentationFormat>On-screen Show (4:3)</PresentationFormat>
  <Paragraphs>274</Paragraphs>
  <Slides>32</Slides>
  <Notes>13</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32</vt:i4>
      </vt:variant>
    </vt:vector>
  </HeadingPairs>
  <TitlesOfParts>
    <vt:vector size="38" baseType="lpstr">
      <vt:lpstr>Arial Narrow</vt:lpstr>
      <vt:lpstr>Arial Rounded</vt:lpstr>
      <vt:lpstr>Calibri</vt:lpstr>
      <vt:lpstr>Arial</vt:lpstr>
      <vt:lpstr>Office Theme</vt:lpstr>
      <vt:lpstr>1_Office Theme</vt:lpstr>
      <vt:lpstr>Blockchain Technologies &amp; Systems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Blockchain Technologies &amp; Systems</dc:title>
  <dc:creator>Rohit WILP</dc:creator>
  <cp:lastModifiedBy>Prof Animesh Giri</cp:lastModifiedBy>
  <cp:revision>33</cp:revision>
  <dcterms:modified xsi:type="dcterms:W3CDTF">2026-08-22T07:41:38Z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0x0101008507BA72441AEE45A3CAE1ADD5070980</vt:lpwstr>
  </property>
</Properties>
</file>